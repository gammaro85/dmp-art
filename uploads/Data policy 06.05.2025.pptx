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handoutMasterIdLst>
    <p:handoutMasterId r:id="rId23"/>
  </p:handoutMasterIdLst>
  <p:sldIdLst>
    <p:sldId id="262" r:id="rId2"/>
    <p:sldId id="279" r:id="rId3"/>
    <p:sldId id="312" r:id="rId4"/>
    <p:sldId id="323" r:id="rId5"/>
    <p:sldId id="321" r:id="rId6"/>
    <p:sldId id="311" r:id="rId7"/>
    <p:sldId id="305" r:id="rId8"/>
    <p:sldId id="285" r:id="rId9"/>
    <p:sldId id="314" r:id="rId10"/>
    <p:sldId id="292" r:id="rId11"/>
    <p:sldId id="315" r:id="rId12"/>
    <p:sldId id="308" r:id="rId13"/>
    <p:sldId id="316" r:id="rId14"/>
    <p:sldId id="317" r:id="rId15"/>
    <p:sldId id="295" r:id="rId16"/>
    <p:sldId id="318" r:id="rId17"/>
    <p:sldId id="319" r:id="rId18"/>
    <p:sldId id="320" r:id="rId19"/>
    <p:sldId id="313" r:id="rId20"/>
    <p:sldId id="278" r:id="rId21"/>
  </p:sldIdLst>
  <p:sldSz cx="9144000" cy="6858000" type="screen4x3"/>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1B23"/>
    <a:srgbClr val="4C6D86"/>
    <a:srgbClr val="325777"/>
    <a:srgbClr val="003767"/>
    <a:srgbClr val="C8C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 pośredni 2 — Ak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60"/>
  </p:normalViewPr>
  <p:slideViewPr>
    <p:cSldViewPr snapToGrid="0">
      <p:cViewPr varScale="1">
        <p:scale>
          <a:sx n="66" d="100"/>
          <a:sy n="66" d="100"/>
        </p:scale>
        <p:origin x="1300" y="32"/>
      </p:cViewPr>
      <p:guideLst>
        <p:guide orient="horz" pos="2160"/>
        <p:guide pos="2880"/>
      </p:guideLst>
    </p:cSldViewPr>
  </p:slideViewPr>
  <p:notesTextViewPr>
    <p:cViewPr>
      <p:scale>
        <a:sx n="1" d="1"/>
        <a:sy n="1" d="1"/>
      </p:scale>
      <p:origin x="0" y="0"/>
    </p:cViewPr>
  </p:notesTextViewPr>
  <p:notesViewPr>
    <p:cSldViewPr snapToGrid="0">
      <p:cViewPr varScale="1">
        <p:scale>
          <a:sx n="101" d="100"/>
          <a:sy n="101" d="100"/>
        </p:scale>
        <p:origin x="241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Arkusz1!$B$1</c:f>
              <c:strCache>
                <c:ptCount val="1"/>
                <c:pt idx="0">
                  <c:v>Seria 1</c:v>
                </c:pt>
              </c:strCache>
            </c:strRef>
          </c:tx>
          <c:spPr>
            <a:solidFill>
              <a:schemeClr val="accent1"/>
            </a:solidFill>
            <a:ln>
              <a:noFill/>
            </a:ln>
            <a:effectLst/>
          </c:spPr>
          <c:invertIfNegative val="0"/>
          <c:cat>
            <c:strRef>
              <c:f>Arkusz1!$A$2:$A$5</c:f>
              <c:strCache>
                <c:ptCount val="4"/>
                <c:pt idx="0">
                  <c:v>Kategoria 1</c:v>
                </c:pt>
                <c:pt idx="1">
                  <c:v>Kategoria 2</c:v>
                </c:pt>
                <c:pt idx="2">
                  <c:v>Kategoria 3</c:v>
                </c:pt>
                <c:pt idx="3">
                  <c:v>Kategoria 4</c:v>
                </c:pt>
              </c:strCache>
            </c:strRef>
          </c:cat>
          <c:val>
            <c:numRef>
              <c:f>Arkusz1!$B$2:$B$5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F10-4955-8FB1-9AB1A50BA6D2}"/>
            </c:ext>
          </c:extLst>
        </c:ser>
        <c:ser>
          <c:idx val="1"/>
          <c:order val="1"/>
          <c:tx>
            <c:strRef>
              <c:f>Arkusz1!$C$1</c:f>
              <c:strCache>
                <c:ptCount val="1"/>
                <c:pt idx="0">
                  <c:v>Seria 2</c:v>
                </c:pt>
              </c:strCache>
            </c:strRef>
          </c:tx>
          <c:spPr>
            <a:solidFill>
              <a:schemeClr val="accent2"/>
            </a:solidFill>
            <a:ln>
              <a:noFill/>
            </a:ln>
            <a:effectLst/>
          </c:spPr>
          <c:invertIfNegative val="0"/>
          <c:cat>
            <c:strRef>
              <c:f>Arkusz1!$A$2:$A$5</c:f>
              <c:strCache>
                <c:ptCount val="4"/>
                <c:pt idx="0">
                  <c:v>Kategoria 1</c:v>
                </c:pt>
                <c:pt idx="1">
                  <c:v>Kategoria 2</c:v>
                </c:pt>
                <c:pt idx="2">
                  <c:v>Kategoria 3</c:v>
                </c:pt>
                <c:pt idx="3">
                  <c:v>Kategoria 4</c:v>
                </c:pt>
              </c:strCache>
            </c:strRef>
          </c:cat>
          <c:val>
            <c:numRef>
              <c:f>Arkusz1!$C$2:$C$5</c:f>
              <c:numCache>
                <c:formatCode>General</c:formatCode>
                <c:ptCount val="4"/>
                <c:pt idx="0">
                  <c:v>2.4</c:v>
                </c:pt>
                <c:pt idx="1">
                  <c:v>8</c:v>
                </c:pt>
                <c:pt idx="2">
                  <c:v>1.8</c:v>
                </c:pt>
                <c:pt idx="3">
                  <c:v>2.8</c:v>
                </c:pt>
              </c:numCache>
            </c:numRef>
          </c:val>
          <c:extLst>
            <c:ext xmlns:c16="http://schemas.microsoft.com/office/drawing/2014/chart" uri="{C3380CC4-5D6E-409C-BE32-E72D297353CC}">
              <c16:uniqueId val="{00000001-EF10-4955-8FB1-9AB1A50BA6D2}"/>
            </c:ext>
          </c:extLst>
        </c:ser>
        <c:ser>
          <c:idx val="2"/>
          <c:order val="2"/>
          <c:tx>
            <c:strRef>
              <c:f>Arkusz1!$D$1</c:f>
              <c:strCache>
                <c:ptCount val="1"/>
                <c:pt idx="0">
                  <c:v>Seria 3</c:v>
                </c:pt>
              </c:strCache>
            </c:strRef>
          </c:tx>
          <c:spPr>
            <a:solidFill>
              <a:schemeClr val="accent3"/>
            </a:solidFill>
            <a:ln>
              <a:noFill/>
            </a:ln>
            <a:effectLst/>
          </c:spPr>
          <c:invertIfNegative val="0"/>
          <c:cat>
            <c:strRef>
              <c:f>Arkusz1!$A$2:$A$5</c:f>
              <c:strCache>
                <c:ptCount val="4"/>
                <c:pt idx="0">
                  <c:v>Kategoria 1</c:v>
                </c:pt>
                <c:pt idx="1">
                  <c:v>Kategoria 2</c:v>
                </c:pt>
                <c:pt idx="2">
                  <c:v>Kategoria 3</c:v>
                </c:pt>
                <c:pt idx="3">
                  <c:v>Kategoria 4</c:v>
                </c:pt>
              </c:strCache>
            </c:strRef>
          </c:cat>
          <c:val>
            <c:numRef>
              <c:f>Arkusz1!$D$2:$D$5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F10-4955-8FB1-9AB1A50BA6D2}"/>
            </c:ext>
          </c:extLst>
        </c:ser>
        <c:dLbls>
          <c:showLegendKey val="0"/>
          <c:showVal val="0"/>
          <c:showCatName val="0"/>
          <c:showSerName val="0"/>
          <c:showPercent val="0"/>
          <c:showBubbleSize val="0"/>
        </c:dLbls>
        <c:gapWidth val="182"/>
        <c:axId val="195434752"/>
        <c:axId val="195448832"/>
      </c:barChart>
      <c:catAx>
        <c:axId val="1954347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pl-PL" sz="900" b="0" i="0" u="none" strike="noStrike" kern="1200" baseline="0">
                <a:solidFill>
                  <a:srgbClr val="003767"/>
                </a:solidFill>
                <a:latin typeface="Arial" panose="020B0604020202020204" pitchFamily="34" charset="0"/>
                <a:ea typeface="+mn-ea"/>
                <a:cs typeface="+mn-cs"/>
              </a:defRPr>
            </a:pPr>
            <a:endParaRPr lang="pl-PL"/>
          </a:p>
        </c:txPr>
        <c:crossAx val="195448832"/>
        <c:crosses val="autoZero"/>
        <c:auto val="1"/>
        <c:lblAlgn val="ctr"/>
        <c:lblOffset val="100"/>
        <c:noMultiLvlLbl val="0"/>
      </c:catAx>
      <c:valAx>
        <c:axId val="195448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pl-PL" sz="900" b="0" i="0" u="none" strike="noStrike" kern="1200" baseline="0">
                <a:solidFill>
                  <a:srgbClr val="003767"/>
                </a:solidFill>
                <a:latin typeface="Arial" panose="020B0604020202020204" pitchFamily="34" charset="0"/>
                <a:ea typeface="+mn-ea"/>
                <a:cs typeface="+mn-cs"/>
              </a:defRPr>
            </a:pPr>
            <a:endParaRPr lang="pl-PL"/>
          </a:p>
        </c:txPr>
        <c:crossAx val="195434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pl-PL" sz="900" b="0" i="0" u="none" strike="noStrike" kern="1200" baseline="0">
              <a:solidFill>
                <a:srgbClr val="003767"/>
              </a:solidFill>
              <a:latin typeface="Arial" panose="020B0604020202020204" pitchFamily="34" charset="0"/>
              <a:ea typeface="+mn-ea"/>
              <a:cs typeface="+mn-cs"/>
            </a:defRPr>
          </a:pPr>
          <a:endParaRPr lang="pl-PL"/>
        </a:p>
      </c:txPr>
    </c:legend>
    <c:plotVisOnly val="1"/>
    <c:dispBlanksAs val="gap"/>
    <c:showDLblsOverMax val="0"/>
  </c:chart>
  <c:spPr>
    <a:noFill/>
    <a:ln>
      <a:noFill/>
    </a:ln>
    <a:effectLst/>
  </c:spPr>
  <c:txPr>
    <a:bodyPr/>
    <a:lstStyle/>
    <a:p>
      <a:pPr>
        <a:defRPr lang="pl-PL" sz="900" baseline="0">
          <a:solidFill>
            <a:srgbClr val="003767"/>
          </a:solidFill>
          <a:latin typeface="Arial" panose="020B0604020202020204" pitchFamily="34" charset="0"/>
        </a:defRPr>
      </a:pPr>
      <a:endParaRPr lang="pl-P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Arkusz1!$B$1</c:f>
              <c:strCache>
                <c:ptCount val="1"/>
                <c:pt idx="0">
                  <c:v>Sprzedaż</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FF1-490C-929C-1115980D711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FF1-490C-929C-1115980D711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FF1-490C-929C-1115980D7116}"/>
              </c:ext>
            </c:extLst>
          </c:dPt>
          <c:dPt>
            <c:idx val="3"/>
            <c:bubble3D val="0"/>
            <c:spPr>
              <a:solidFill>
                <a:schemeClr val="tx1">
                  <a:lumMod val="40000"/>
                  <a:lumOff val="60000"/>
                </a:schemeClr>
              </a:solidFill>
              <a:ln w="19050">
                <a:solidFill>
                  <a:schemeClr val="lt1"/>
                </a:solidFill>
              </a:ln>
              <a:effectLst/>
            </c:spPr>
            <c:extLst>
              <c:ext xmlns:c16="http://schemas.microsoft.com/office/drawing/2014/chart" uri="{C3380CC4-5D6E-409C-BE32-E72D297353CC}">
                <c16:uniqueId val="{00000007-0FF1-490C-929C-1115980D7116}"/>
              </c:ext>
            </c:extLst>
          </c:dPt>
          <c:cat>
            <c:strRef>
              <c:f>Arkusz1!$A$2:$A$5</c:f>
              <c:strCache>
                <c:ptCount val="4"/>
                <c:pt idx="0">
                  <c:v>1. kwartał</c:v>
                </c:pt>
                <c:pt idx="1">
                  <c:v>2. kwartał</c:v>
                </c:pt>
                <c:pt idx="2">
                  <c:v>3. kwartał</c:v>
                </c:pt>
                <c:pt idx="3">
                  <c:v>4. kwartał</c:v>
                </c:pt>
              </c:strCache>
            </c:strRef>
          </c:cat>
          <c:val>
            <c:numRef>
              <c:f>Arkusz1!$B$2:$B$5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FF1-490C-929C-1115980D711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3767"/>
              </a:solidFill>
              <a:latin typeface="Arial" panose="020B0604020202020204" pitchFamily="34" charset="0"/>
              <a:ea typeface="+mn-ea"/>
              <a:cs typeface="+mn-cs"/>
            </a:defRPr>
          </a:pPr>
          <a:endParaRPr lang="pl-PL"/>
        </a:p>
      </c:txPr>
    </c:legend>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6.png"/></Relationships>
</file>

<file path=ppt/diagrams/_rels/drawing1.xml.rels><?xml version="1.0" encoding="UTF-8" standalone="yes"?>
<Relationships xmlns="http://schemas.openxmlformats.org/package/2006/relationships"><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825DE6-8916-43AF-9A2D-363BC29E309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pl-PL"/>
        </a:p>
      </dgm:t>
    </dgm:pt>
    <dgm:pt modelId="{11AD9BBC-8E53-49C8-9A88-E91958B17512}">
      <dgm:prSet phldrT="[Tekst]" custT="1"/>
      <dgm:spPr/>
      <dgm:t>
        <a:bodyPr/>
        <a:lstStyle/>
        <a:p>
          <a:r>
            <a:rPr lang="pl-PL" sz="4000" dirty="0"/>
            <a:t>1.</a:t>
          </a:r>
        </a:p>
      </dgm:t>
    </dgm:pt>
    <dgm:pt modelId="{50504490-48A9-490F-9CDC-C770D7D65179}" type="parTrans" cxnId="{19D802AE-CF5A-4D4E-8D08-6D40DB096B02}">
      <dgm:prSet/>
      <dgm:spPr/>
      <dgm:t>
        <a:bodyPr/>
        <a:lstStyle/>
        <a:p>
          <a:endParaRPr lang="pl-PL"/>
        </a:p>
      </dgm:t>
    </dgm:pt>
    <dgm:pt modelId="{BCFC3AF3-D915-46AA-AFEE-370F3C3481CC}" type="sibTrans" cxnId="{19D802AE-CF5A-4D4E-8D08-6D40DB096B02}">
      <dgm:prSet/>
      <dgm:spPr/>
      <dgm:t>
        <a:bodyPr/>
        <a:lstStyle/>
        <a:p>
          <a:endParaRPr lang="pl-PL"/>
        </a:p>
      </dgm:t>
    </dgm:pt>
    <dgm:pt modelId="{C1525089-2FBC-40D2-B1E4-A045A5D0419E}">
      <dgm:prSet phldrT="[Tekst]" custT="1"/>
      <dgm:spPr/>
      <dgm:t>
        <a:bodyPr/>
        <a:lstStyle/>
        <a:p>
          <a:r>
            <a:rPr lang="pl-PL" sz="1400" b="1" dirty="0"/>
            <a:t>Polityka dotycząca danych badawczych</a:t>
          </a:r>
        </a:p>
      </dgm:t>
    </dgm:pt>
    <dgm:pt modelId="{BD6F2766-B238-4C25-B750-2DDD3639C815}" type="parTrans" cxnId="{97C324F1-0438-4040-91F9-AC47F31242F0}">
      <dgm:prSet/>
      <dgm:spPr/>
      <dgm:t>
        <a:bodyPr/>
        <a:lstStyle/>
        <a:p>
          <a:endParaRPr lang="pl-PL"/>
        </a:p>
      </dgm:t>
    </dgm:pt>
    <dgm:pt modelId="{7A320303-10A6-4466-9754-54DE7234C86B}" type="sibTrans" cxnId="{97C324F1-0438-4040-91F9-AC47F31242F0}">
      <dgm:prSet/>
      <dgm:spPr/>
      <dgm:t>
        <a:bodyPr/>
        <a:lstStyle/>
        <a:p>
          <a:endParaRPr lang="pl-PL"/>
        </a:p>
      </dgm:t>
    </dgm:pt>
    <dgm:pt modelId="{4D371E4D-08C5-4DD3-8783-E5B018556D1A}">
      <dgm:prSet phldrT="[Tekst]" custT="1"/>
      <dgm:spPr/>
      <dgm:t>
        <a:bodyPr/>
        <a:lstStyle/>
        <a:p>
          <a:r>
            <a:rPr lang="pl-PL" sz="1400" b="1" dirty="0"/>
            <a:t>Metodologia</a:t>
          </a:r>
        </a:p>
      </dgm:t>
    </dgm:pt>
    <dgm:pt modelId="{69873E49-2055-484F-8CCE-06EE764550EE}" type="parTrans" cxnId="{37E6140C-F1E4-4DD2-83F5-6E54FA044F7F}">
      <dgm:prSet/>
      <dgm:spPr/>
      <dgm:t>
        <a:bodyPr/>
        <a:lstStyle/>
        <a:p>
          <a:endParaRPr lang="pl-PL"/>
        </a:p>
      </dgm:t>
    </dgm:pt>
    <dgm:pt modelId="{CA1A6A6E-B4AC-4707-B29D-BDA5CF87769C}" type="sibTrans" cxnId="{37E6140C-F1E4-4DD2-83F5-6E54FA044F7F}">
      <dgm:prSet/>
      <dgm:spPr/>
      <dgm:t>
        <a:bodyPr/>
        <a:lstStyle/>
        <a:p>
          <a:endParaRPr lang="pl-PL"/>
        </a:p>
      </dgm:t>
    </dgm:pt>
    <dgm:pt modelId="{4562ED3F-9C32-49DF-9B02-53002B3DA325}">
      <dgm:prSet phldrT="[Tekst]" custT="1"/>
      <dgm:spPr/>
      <dgm:t>
        <a:bodyPr/>
        <a:lstStyle/>
        <a:p>
          <a:r>
            <a:rPr lang="pl-PL" sz="1400" b="1" dirty="0"/>
            <a:t>Przegląd wybranych polityk wydawców zagranicznych</a:t>
          </a:r>
        </a:p>
      </dgm:t>
    </dgm:pt>
    <dgm:pt modelId="{69143CDA-B836-448D-B554-2C201476BB5A}" type="parTrans" cxnId="{1EDC57B5-1AC5-483E-92B1-A68DB4AE424C}">
      <dgm:prSet/>
      <dgm:spPr/>
      <dgm:t>
        <a:bodyPr/>
        <a:lstStyle/>
        <a:p>
          <a:endParaRPr lang="pl-PL"/>
        </a:p>
      </dgm:t>
    </dgm:pt>
    <dgm:pt modelId="{8488B424-2E91-4B33-A435-635F0A828DCB}" type="sibTrans" cxnId="{1EDC57B5-1AC5-483E-92B1-A68DB4AE424C}">
      <dgm:prSet/>
      <dgm:spPr/>
      <dgm:t>
        <a:bodyPr/>
        <a:lstStyle/>
        <a:p>
          <a:endParaRPr lang="pl-PL"/>
        </a:p>
      </dgm:t>
    </dgm:pt>
    <dgm:pt modelId="{6F5E6E6E-2C77-43DA-AF75-E9A83E9464FB}">
      <dgm:prSet phldrT="[Tekst]" custT="1"/>
      <dgm:spPr/>
      <dgm:t>
        <a:bodyPr/>
        <a:lstStyle/>
        <a:p>
          <a:r>
            <a:rPr lang="pl-PL" sz="1300" b="0" dirty="0"/>
            <a:t>- standardy, zasady i dobre praktyki  </a:t>
          </a:r>
        </a:p>
      </dgm:t>
    </dgm:pt>
    <dgm:pt modelId="{41E7A488-C907-4CC3-BE31-1FCF9367FDB8}" type="parTrans" cxnId="{F58B4DF4-33EE-4ACF-8E4D-EB3CEB324A9A}">
      <dgm:prSet/>
      <dgm:spPr/>
      <dgm:t>
        <a:bodyPr/>
        <a:lstStyle/>
        <a:p>
          <a:endParaRPr lang="pl-PL"/>
        </a:p>
      </dgm:t>
    </dgm:pt>
    <dgm:pt modelId="{207C14D0-F5F4-472D-8A8D-7A264886CE5E}" type="sibTrans" cxnId="{F58B4DF4-33EE-4ACF-8E4D-EB3CEB324A9A}">
      <dgm:prSet/>
      <dgm:spPr/>
      <dgm:t>
        <a:bodyPr/>
        <a:lstStyle/>
        <a:p>
          <a:endParaRPr lang="pl-PL"/>
        </a:p>
      </dgm:t>
    </dgm:pt>
    <dgm:pt modelId="{B84ECE7A-BC05-461F-8E7F-813D06CCDA99}">
      <dgm:prSet phldrT="[Tekst]" custT="1"/>
      <dgm:spPr/>
      <dgm:t>
        <a:bodyPr/>
        <a:lstStyle/>
        <a:p>
          <a:r>
            <a:rPr lang="pl-PL" sz="4000" dirty="0"/>
            <a:t>2.</a:t>
          </a:r>
        </a:p>
      </dgm:t>
    </dgm:pt>
    <dgm:pt modelId="{784FEFA7-AF2C-4D3B-9544-1ECD74CFE3F8}" type="parTrans" cxnId="{45C5C025-8364-4D74-9168-AC07B83E7D57}">
      <dgm:prSet/>
      <dgm:spPr/>
      <dgm:t>
        <a:bodyPr/>
        <a:lstStyle/>
        <a:p>
          <a:endParaRPr lang="pl-PL"/>
        </a:p>
      </dgm:t>
    </dgm:pt>
    <dgm:pt modelId="{B7DDDDD4-026C-429D-A619-C4615822083E}" type="sibTrans" cxnId="{45C5C025-8364-4D74-9168-AC07B83E7D57}">
      <dgm:prSet/>
      <dgm:spPr/>
      <dgm:t>
        <a:bodyPr/>
        <a:lstStyle/>
        <a:p>
          <a:endParaRPr lang="pl-PL"/>
        </a:p>
      </dgm:t>
    </dgm:pt>
    <dgm:pt modelId="{834453ED-51E3-4D50-91E2-7CE5612C716D}">
      <dgm:prSet phldrT="[Tekst]" custT="1"/>
      <dgm:spPr/>
      <dgm:t>
        <a:bodyPr/>
        <a:lstStyle/>
        <a:p>
          <a:r>
            <a:rPr lang="pl-PL" sz="1300" b="0" dirty="0"/>
            <a:t> </a:t>
          </a:r>
        </a:p>
      </dgm:t>
    </dgm:pt>
    <dgm:pt modelId="{06195A00-16D9-4A3B-9D2F-28C24D38E9B2}" type="parTrans" cxnId="{04915766-E4E4-40BF-95FF-2B42003064F3}">
      <dgm:prSet/>
      <dgm:spPr/>
      <dgm:t>
        <a:bodyPr/>
        <a:lstStyle/>
        <a:p>
          <a:endParaRPr lang="pl-PL"/>
        </a:p>
      </dgm:t>
    </dgm:pt>
    <dgm:pt modelId="{E3DA313A-F37F-41F8-AF6F-F6397443709D}" type="sibTrans" cxnId="{04915766-E4E4-40BF-95FF-2B42003064F3}">
      <dgm:prSet/>
      <dgm:spPr/>
      <dgm:t>
        <a:bodyPr/>
        <a:lstStyle/>
        <a:p>
          <a:endParaRPr lang="pl-PL"/>
        </a:p>
      </dgm:t>
    </dgm:pt>
    <dgm:pt modelId="{44F1C578-799F-4314-B976-2BBAA2C6B810}">
      <dgm:prSet phldrT="[Tekst]" custT="1"/>
      <dgm:spPr/>
      <dgm:t>
        <a:bodyPr/>
        <a:lstStyle/>
        <a:p>
          <a:r>
            <a:rPr lang="pl-PL" sz="4000" dirty="0"/>
            <a:t>3.</a:t>
          </a:r>
        </a:p>
      </dgm:t>
    </dgm:pt>
    <dgm:pt modelId="{402A6987-C5CB-4550-9BFE-CF3C8805B819}" type="parTrans" cxnId="{AE06425F-6F3C-4A82-AC35-68AADB097E71}">
      <dgm:prSet/>
      <dgm:spPr/>
      <dgm:t>
        <a:bodyPr/>
        <a:lstStyle/>
        <a:p>
          <a:endParaRPr lang="pl-PL"/>
        </a:p>
      </dgm:t>
    </dgm:pt>
    <dgm:pt modelId="{3EBF036A-0FE2-4916-A7D1-8BA394A8A204}" type="sibTrans" cxnId="{AE06425F-6F3C-4A82-AC35-68AADB097E71}">
      <dgm:prSet/>
      <dgm:spPr/>
      <dgm:t>
        <a:bodyPr/>
        <a:lstStyle/>
        <a:p>
          <a:endParaRPr lang="pl-PL"/>
        </a:p>
      </dgm:t>
    </dgm:pt>
    <dgm:pt modelId="{4BC19696-E58F-4E38-8498-1C8EB999712D}">
      <dgm:prSet phldrT="[Tekst]" custT="1"/>
      <dgm:spPr/>
      <dgm:t>
        <a:bodyPr/>
        <a:lstStyle/>
        <a:p>
          <a:endParaRPr lang="pl-PL" sz="1300" b="0" dirty="0"/>
        </a:p>
      </dgm:t>
    </dgm:pt>
    <dgm:pt modelId="{1765B2BE-6017-4E0D-9EC6-0B066612D364}" type="parTrans" cxnId="{84239F2C-A443-4474-A14A-FF05450906B5}">
      <dgm:prSet/>
      <dgm:spPr/>
      <dgm:t>
        <a:bodyPr/>
        <a:lstStyle/>
        <a:p>
          <a:endParaRPr lang="pl-PL"/>
        </a:p>
      </dgm:t>
    </dgm:pt>
    <dgm:pt modelId="{F7BFE70D-83B5-4D79-83E2-34A6FB3A891D}" type="sibTrans" cxnId="{84239F2C-A443-4474-A14A-FF05450906B5}">
      <dgm:prSet/>
      <dgm:spPr/>
      <dgm:t>
        <a:bodyPr/>
        <a:lstStyle/>
        <a:p>
          <a:endParaRPr lang="pl-PL"/>
        </a:p>
      </dgm:t>
    </dgm:pt>
    <dgm:pt modelId="{3AD86BEE-484E-4F41-8845-4F100440C1C8}">
      <dgm:prSet phldrT="[Tekst]" custT="1"/>
      <dgm:spPr/>
      <dgm:t>
        <a:bodyPr/>
        <a:lstStyle/>
        <a:p>
          <a:r>
            <a:rPr lang="pl-PL" sz="4000" dirty="0"/>
            <a:t>4.</a:t>
          </a:r>
        </a:p>
      </dgm:t>
    </dgm:pt>
    <dgm:pt modelId="{51A4972D-4340-4A8C-A017-10828C9690B1}" type="parTrans" cxnId="{57D1780D-30D8-46A2-8818-3611DD25CA33}">
      <dgm:prSet/>
      <dgm:spPr/>
      <dgm:t>
        <a:bodyPr/>
        <a:lstStyle/>
        <a:p>
          <a:endParaRPr lang="pl-PL"/>
        </a:p>
      </dgm:t>
    </dgm:pt>
    <dgm:pt modelId="{D098497F-B789-4F80-8F86-3560EFCE3E57}" type="sibTrans" cxnId="{57D1780D-30D8-46A2-8818-3611DD25CA33}">
      <dgm:prSet/>
      <dgm:spPr/>
      <dgm:t>
        <a:bodyPr/>
        <a:lstStyle/>
        <a:p>
          <a:endParaRPr lang="pl-PL"/>
        </a:p>
      </dgm:t>
    </dgm:pt>
    <dgm:pt modelId="{1A6E6E67-7613-4C5B-A792-22DF0154E082}">
      <dgm:prSet phldrT="[Tekst]" custT="1"/>
      <dgm:spPr/>
      <dgm:t>
        <a:bodyPr/>
        <a:lstStyle/>
        <a:p>
          <a:r>
            <a:rPr lang="pl-PL" sz="1400" b="1" dirty="0"/>
            <a:t>Podsumowanie i wnioski</a:t>
          </a:r>
        </a:p>
      </dgm:t>
    </dgm:pt>
    <dgm:pt modelId="{1B05A1C0-CE1B-4163-9DC2-F5F0A22A1C94}" type="parTrans" cxnId="{987B9AFA-F7F2-4F38-96C9-F8BECAFCE320}">
      <dgm:prSet/>
      <dgm:spPr/>
      <dgm:t>
        <a:bodyPr/>
        <a:lstStyle/>
        <a:p>
          <a:endParaRPr lang="pl-PL"/>
        </a:p>
      </dgm:t>
    </dgm:pt>
    <dgm:pt modelId="{2CDA95E8-AECB-4C2B-90C8-122A777B3136}" type="sibTrans" cxnId="{987B9AFA-F7F2-4F38-96C9-F8BECAFCE320}">
      <dgm:prSet/>
      <dgm:spPr/>
      <dgm:t>
        <a:bodyPr/>
        <a:lstStyle/>
        <a:p>
          <a:endParaRPr lang="pl-PL"/>
        </a:p>
      </dgm:t>
    </dgm:pt>
    <dgm:pt modelId="{09497296-FDB2-47FA-BAC1-186AE64302A3}" type="pres">
      <dgm:prSet presAssocID="{DC825DE6-8916-43AF-9A2D-363BC29E309A}" presName="vert0" presStyleCnt="0">
        <dgm:presLayoutVars>
          <dgm:dir/>
          <dgm:animOne val="branch"/>
          <dgm:animLvl val="lvl"/>
        </dgm:presLayoutVars>
      </dgm:prSet>
      <dgm:spPr/>
    </dgm:pt>
    <dgm:pt modelId="{83666933-65BF-45B8-834E-A3F0037977DF}" type="pres">
      <dgm:prSet presAssocID="{11AD9BBC-8E53-49C8-9A88-E91958B17512}" presName="thickLine" presStyleLbl="alignNode1" presStyleIdx="0" presStyleCnt="4"/>
      <dgm:spPr/>
    </dgm:pt>
    <dgm:pt modelId="{2E9477DD-E7EC-45E6-91F4-070D7D2DCE12}" type="pres">
      <dgm:prSet presAssocID="{11AD9BBC-8E53-49C8-9A88-E91958B17512}" presName="horz1" presStyleCnt="0"/>
      <dgm:spPr/>
    </dgm:pt>
    <dgm:pt modelId="{4B1DD7C8-4131-4DCB-AFD3-392B67289ACF}" type="pres">
      <dgm:prSet presAssocID="{11AD9BBC-8E53-49C8-9A88-E91958B17512}" presName="tx1" presStyleLbl="revTx" presStyleIdx="0" presStyleCnt="11"/>
      <dgm:spPr/>
    </dgm:pt>
    <dgm:pt modelId="{A7F104F1-F940-4FCE-A441-B045F17C2229}" type="pres">
      <dgm:prSet presAssocID="{11AD9BBC-8E53-49C8-9A88-E91958B17512}" presName="vert1" presStyleCnt="0"/>
      <dgm:spPr/>
    </dgm:pt>
    <dgm:pt modelId="{DEB87288-650E-48B6-8B2D-E2A94A0052E8}" type="pres">
      <dgm:prSet presAssocID="{C1525089-2FBC-40D2-B1E4-A045A5D0419E}" presName="vertSpace2a" presStyleCnt="0"/>
      <dgm:spPr/>
    </dgm:pt>
    <dgm:pt modelId="{D8A30B81-F769-4DC6-B23A-B71DCF3AA9F3}" type="pres">
      <dgm:prSet presAssocID="{C1525089-2FBC-40D2-B1E4-A045A5D0419E}" presName="horz2" presStyleCnt="0"/>
      <dgm:spPr/>
    </dgm:pt>
    <dgm:pt modelId="{63DE2280-731F-4680-AAF5-C93321F8E339}" type="pres">
      <dgm:prSet presAssocID="{C1525089-2FBC-40D2-B1E4-A045A5D0419E}" presName="horzSpace2" presStyleCnt="0"/>
      <dgm:spPr/>
    </dgm:pt>
    <dgm:pt modelId="{CF0040CE-632B-4240-8E64-63816AF509A8}" type="pres">
      <dgm:prSet presAssocID="{C1525089-2FBC-40D2-B1E4-A045A5D0419E}" presName="tx2" presStyleLbl="revTx" presStyleIdx="1" presStyleCnt="11"/>
      <dgm:spPr/>
    </dgm:pt>
    <dgm:pt modelId="{EEF5E703-1E60-4718-878F-8AE2093E975E}" type="pres">
      <dgm:prSet presAssocID="{C1525089-2FBC-40D2-B1E4-A045A5D0419E}" presName="vert2" presStyleCnt="0"/>
      <dgm:spPr/>
    </dgm:pt>
    <dgm:pt modelId="{E91BBBD0-E0B1-4FCD-ADB8-BFC79F6321EA}" type="pres">
      <dgm:prSet presAssocID="{C1525089-2FBC-40D2-B1E4-A045A5D0419E}" presName="thinLine2b" presStyleLbl="callout" presStyleIdx="0" presStyleCnt="7" custLinFactY="-200000" custLinFactNeighborX="-3777" custLinFactNeighborY="-227979"/>
      <dgm:spPr>
        <a:ln>
          <a:solidFill>
            <a:schemeClr val="bg1"/>
          </a:solidFill>
        </a:ln>
      </dgm:spPr>
    </dgm:pt>
    <dgm:pt modelId="{AD50084B-75B4-4F83-BBA3-C38673A4F409}" type="pres">
      <dgm:prSet presAssocID="{C1525089-2FBC-40D2-B1E4-A045A5D0419E}" presName="vertSpace2b" presStyleCnt="0"/>
      <dgm:spPr/>
    </dgm:pt>
    <dgm:pt modelId="{5F379A91-D82E-4B84-AE21-DF766285371C}" type="pres">
      <dgm:prSet presAssocID="{6F5E6E6E-2C77-43DA-AF75-E9A83E9464FB}" presName="horz2" presStyleCnt="0"/>
      <dgm:spPr/>
    </dgm:pt>
    <dgm:pt modelId="{CFB9F2D0-A426-412E-97D9-D17BBD459C26}" type="pres">
      <dgm:prSet presAssocID="{6F5E6E6E-2C77-43DA-AF75-E9A83E9464FB}" presName="horzSpace2" presStyleCnt="0"/>
      <dgm:spPr/>
    </dgm:pt>
    <dgm:pt modelId="{07C3C311-1931-4338-960A-08D1A77488E0}" type="pres">
      <dgm:prSet presAssocID="{6F5E6E6E-2C77-43DA-AF75-E9A83E9464FB}" presName="tx2" presStyleLbl="revTx" presStyleIdx="2" presStyleCnt="11"/>
      <dgm:spPr/>
    </dgm:pt>
    <dgm:pt modelId="{12AB2692-F3DB-4549-80E3-FA48A3A713E8}" type="pres">
      <dgm:prSet presAssocID="{6F5E6E6E-2C77-43DA-AF75-E9A83E9464FB}" presName="vert2" presStyleCnt="0"/>
      <dgm:spPr/>
    </dgm:pt>
    <dgm:pt modelId="{2D51482C-05C3-451D-A23A-90A84ED2ADC7}" type="pres">
      <dgm:prSet presAssocID="{6F5E6E6E-2C77-43DA-AF75-E9A83E9464FB}" presName="thinLine2b" presStyleLbl="callout" presStyleIdx="1" presStyleCnt="7"/>
      <dgm:spPr>
        <a:ln>
          <a:noFill/>
        </a:ln>
      </dgm:spPr>
    </dgm:pt>
    <dgm:pt modelId="{4905C3A0-E1BD-494A-B0F6-76AAECBF06AC}" type="pres">
      <dgm:prSet presAssocID="{6F5E6E6E-2C77-43DA-AF75-E9A83E9464FB}" presName="vertSpace2b" presStyleCnt="0"/>
      <dgm:spPr/>
    </dgm:pt>
    <dgm:pt modelId="{E3551E10-ED30-4798-BF1A-F95804E84094}" type="pres">
      <dgm:prSet presAssocID="{B84ECE7A-BC05-461F-8E7F-813D06CCDA99}" presName="thickLine" presStyleLbl="alignNode1" presStyleIdx="1" presStyleCnt="4"/>
      <dgm:spPr/>
    </dgm:pt>
    <dgm:pt modelId="{D4BBDDD7-855C-4007-B027-1F2C9C18DDC4}" type="pres">
      <dgm:prSet presAssocID="{B84ECE7A-BC05-461F-8E7F-813D06CCDA99}" presName="horz1" presStyleCnt="0"/>
      <dgm:spPr/>
    </dgm:pt>
    <dgm:pt modelId="{D80433ED-6F0C-40A6-8ED7-4DF055AA16DB}" type="pres">
      <dgm:prSet presAssocID="{B84ECE7A-BC05-461F-8E7F-813D06CCDA99}" presName="tx1" presStyleLbl="revTx" presStyleIdx="3" presStyleCnt="11"/>
      <dgm:spPr/>
    </dgm:pt>
    <dgm:pt modelId="{D14AEB9E-3B8B-4652-8D75-F2076DC56989}" type="pres">
      <dgm:prSet presAssocID="{B84ECE7A-BC05-461F-8E7F-813D06CCDA99}" presName="vert1" presStyleCnt="0"/>
      <dgm:spPr/>
    </dgm:pt>
    <dgm:pt modelId="{65067E55-EABE-4A12-AE7E-80C68DD8BEAA}" type="pres">
      <dgm:prSet presAssocID="{4D371E4D-08C5-4DD3-8783-E5B018556D1A}" presName="vertSpace2a" presStyleCnt="0"/>
      <dgm:spPr/>
    </dgm:pt>
    <dgm:pt modelId="{909EE814-7A5A-4967-B12A-558EF2D3F819}" type="pres">
      <dgm:prSet presAssocID="{4D371E4D-08C5-4DD3-8783-E5B018556D1A}" presName="horz2" presStyleCnt="0"/>
      <dgm:spPr/>
    </dgm:pt>
    <dgm:pt modelId="{AC701FA7-976C-4E12-B82B-83DF7FC72F8C}" type="pres">
      <dgm:prSet presAssocID="{4D371E4D-08C5-4DD3-8783-E5B018556D1A}" presName="horzSpace2" presStyleCnt="0"/>
      <dgm:spPr/>
    </dgm:pt>
    <dgm:pt modelId="{870B2FA7-B378-4DE6-ACD4-063DB4715BF5}" type="pres">
      <dgm:prSet presAssocID="{4D371E4D-08C5-4DD3-8783-E5B018556D1A}" presName="tx2" presStyleLbl="revTx" presStyleIdx="4" presStyleCnt="11"/>
      <dgm:spPr/>
    </dgm:pt>
    <dgm:pt modelId="{1C7880AE-CD8B-4BCE-A666-90FC328678F8}" type="pres">
      <dgm:prSet presAssocID="{4D371E4D-08C5-4DD3-8783-E5B018556D1A}" presName="vert2" presStyleCnt="0"/>
      <dgm:spPr/>
    </dgm:pt>
    <dgm:pt modelId="{7F53A843-0F33-4C22-8E63-A5755B48B766}" type="pres">
      <dgm:prSet presAssocID="{4D371E4D-08C5-4DD3-8783-E5B018556D1A}" presName="thinLine2b" presStyleLbl="callout" presStyleIdx="2" presStyleCnt="7"/>
      <dgm:spPr>
        <a:ln>
          <a:noFill/>
        </a:ln>
      </dgm:spPr>
    </dgm:pt>
    <dgm:pt modelId="{D46C9552-EA1B-41C7-A6DE-4F7CD2195FC3}" type="pres">
      <dgm:prSet presAssocID="{4D371E4D-08C5-4DD3-8783-E5B018556D1A}" presName="vertSpace2b" presStyleCnt="0"/>
      <dgm:spPr/>
    </dgm:pt>
    <dgm:pt modelId="{7335E315-CA92-4809-9F86-B02AFFD94970}" type="pres">
      <dgm:prSet presAssocID="{834453ED-51E3-4D50-91E2-7CE5612C716D}" presName="horz2" presStyleCnt="0"/>
      <dgm:spPr/>
    </dgm:pt>
    <dgm:pt modelId="{C24E0771-9D55-45F5-9AEA-05841E76A776}" type="pres">
      <dgm:prSet presAssocID="{834453ED-51E3-4D50-91E2-7CE5612C716D}" presName="horzSpace2" presStyleCnt="0"/>
      <dgm:spPr/>
    </dgm:pt>
    <dgm:pt modelId="{0720D45A-67EC-4ADF-880F-845AF1EAC167}" type="pres">
      <dgm:prSet presAssocID="{834453ED-51E3-4D50-91E2-7CE5612C716D}" presName="tx2" presStyleLbl="revTx" presStyleIdx="5" presStyleCnt="11"/>
      <dgm:spPr/>
    </dgm:pt>
    <dgm:pt modelId="{BDCF0677-1D4D-4418-B709-866A73517F6B}" type="pres">
      <dgm:prSet presAssocID="{834453ED-51E3-4D50-91E2-7CE5612C716D}" presName="vert2" presStyleCnt="0"/>
      <dgm:spPr/>
    </dgm:pt>
    <dgm:pt modelId="{0F42F70E-15FF-4145-AAE3-781E1B28C508}" type="pres">
      <dgm:prSet presAssocID="{834453ED-51E3-4D50-91E2-7CE5612C716D}" presName="thinLine2b" presStyleLbl="callout" presStyleIdx="3" presStyleCnt="7"/>
      <dgm:spPr>
        <a:ln>
          <a:noFill/>
        </a:ln>
      </dgm:spPr>
    </dgm:pt>
    <dgm:pt modelId="{C8953548-70D7-475F-ADB2-E276F0827CB5}" type="pres">
      <dgm:prSet presAssocID="{834453ED-51E3-4D50-91E2-7CE5612C716D}" presName="vertSpace2b" presStyleCnt="0"/>
      <dgm:spPr/>
    </dgm:pt>
    <dgm:pt modelId="{3FF459D9-CDC1-4CEB-89A0-2975815E5E68}" type="pres">
      <dgm:prSet presAssocID="{44F1C578-799F-4314-B976-2BBAA2C6B810}" presName="thickLine" presStyleLbl="alignNode1" presStyleIdx="2" presStyleCnt="4"/>
      <dgm:spPr/>
    </dgm:pt>
    <dgm:pt modelId="{D8143A54-E029-48A7-9EA4-0F46A18715D6}" type="pres">
      <dgm:prSet presAssocID="{44F1C578-799F-4314-B976-2BBAA2C6B810}" presName="horz1" presStyleCnt="0"/>
      <dgm:spPr/>
    </dgm:pt>
    <dgm:pt modelId="{0F6FF58B-1BAF-4EC6-BD41-6970D8089E51}" type="pres">
      <dgm:prSet presAssocID="{44F1C578-799F-4314-B976-2BBAA2C6B810}" presName="tx1" presStyleLbl="revTx" presStyleIdx="6" presStyleCnt="11"/>
      <dgm:spPr/>
    </dgm:pt>
    <dgm:pt modelId="{CE87C34D-45E3-4ADA-B40A-EEC3414B7EFD}" type="pres">
      <dgm:prSet presAssocID="{44F1C578-799F-4314-B976-2BBAA2C6B810}" presName="vert1" presStyleCnt="0"/>
      <dgm:spPr/>
    </dgm:pt>
    <dgm:pt modelId="{7B5EB8B3-091F-463C-B0F1-945DB00C5C3E}" type="pres">
      <dgm:prSet presAssocID="{4562ED3F-9C32-49DF-9B02-53002B3DA325}" presName="vertSpace2a" presStyleCnt="0"/>
      <dgm:spPr/>
    </dgm:pt>
    <dgm:pt modelId="{6A113D7C-77E0-4420-AF2C-131F53C35337}" type="pres">
      <dgm:prSet presAssocID="{4562ED3F-9C32-49DF-9B02-53002B3DA325}" presName="horz2" presStyleCnt="0"/>
      <dgm:spPr/>
    </dgm:pt>
    <dgm:pt modelId="{7DB65626-8E59-4BF9-ADE9-B2B59A9D8E3A}" type="pres">
      <dgm:prSet presAssocID="{4562ED3F-9C32-49DF-9B02-53002B3DA325}" presName="horzSpace2" presStyleCnt="0"/>
      <dgm:spPr/>
    </dgm:pt>
    <dgm:pt modelId="{1AB12A36-632E-4442-BCAA-756A2D263194}" type="pres">
      <dgm:prSet presAssocID="{4562ED3F-9C32-49DF-9B02-53002B3DA325}" presName="tx2" presStyleLbl="revTx" presStyleIdx="7" presStyleCnt="11"/>
      <dgm:spPr/>
    </dgm:pt>
    <dgm:pt modelId="{BD15F43C-5C73-4A51-9BBC-D5965372FA06}" type="pres">
      <dgm:prSet presAssocID="{4562ED3F-9C32-49DF-9B02-53002B3DA325}" presName="vert2" presStyleCnt="0"/>
      <dgm:spPr/>
    </dgm:pt>
    <dgm:pt modelId="{6185D641-2E77-4527-AD09-D799A8F292FE}" type="pres">
      <dgm:prSet presAssocID="{4562ED3F-9C32-49DF-9B02-53002B3DA325}" presName="thinLine2b" presStyleLbl="callout" presStyleIdx="4" presStyleCnt="7"/>
      <dgm:spPr>
        <a:ln>
          <a:noFill/>
        </a:ln>
      </dgm:spPr>
    </dgm:pt>
    <dgm:pt modelId="{72221F29-7293-4C70-B362-DC200853BB24}" type="pres">
      <dgm:prSet presAssocID="{4562ED3F-9C32-49DF-9B02-53002B3DA325}" presName="vertSpace2b" presStyleCnt="0"/>
      <dgm:spPr/>
    </dgm:pt>
    <dgm:pt modelId="{CC567007-D00D-4F2A-B53D-E5F1DC772688}" type="pres">
      <dgm:prSet presAssocID="{4BC19696-E58F-4E38-8498-1C8EB999712D}" presName="horz2" presStyleCnt="0"/>
      <dgm:spPr/>
    </dgm:pt>
    <dgm:pt modelId="{B3BB27C0-78F2-4F5F-8EE0-022408A06379}" type="pres">
      <dgm:prSet presAssocID="{4BC19696-E58F-4E38-8498-1C8EB999712D}" presName="horzSpace2" presStyleCnt="0"/>
      <dgm:spPr/>
    </dgm:pt>
    <dgm:pt modelId="{FD5FA20C-AA12-4053-B79D-861CAEAB4784}" type="pres">
      <dgm:prSet presAssocID="{4BC19696-E58F-4E38-8498-1C8EB999712D}" presName="tx2" presStyleLbl="revTx" presStyleIdx="8" presStyleCnt="11"/>
      <dgm:spPr/>
    </dgm:pt>
    <dgm:pt modelId="{90918F32-0666-447F-AC38-8C379D1B8535}" type="pres">
      <dgm:prSet presAssocID="{4BC19696-E58F-4E38-8498-1C8EB999712D}" presName="vert2" presStyleCnt="0"/>
      <dgm:spPr/>
    </dgm:pt>
    <dgm:pt modelId="{FDBD5B21-02C0-4C00-B391-73008CF9A5D7}" type="pres">
      <dgm:prSet presAssocID="{4BC19696-E58F-4E38-8498-1C8EB999712D}" presName="thinLine2b" presStyleLbl="callout" presStyleIdx="5" presStyleCnt="7"/>
      <dgm:spPr>
        <a:ln>
          <a:noFill/>
        </a:ln>
      </dgm:spPr>
    </dgm:pt>
    <dgm:pt modelId="{0847FEC4-4DA4-4346-90B4-07123167FD14}" type="pres">
      <dgm:prSet presAssocID="{4BC19696-E58F-4E38-8498-1C8EB999712D}" presName="vertSpace2b" presStyleCnt="0"/>
      <dgm:spPr/>
    </dgm:pt>
    <dgm:pt modelId="{C007DA44-78AD-442D-97FF-8B546ECA1681}" type="pres">
      <dgm:prSet presAssocID="{3AD86BEE-484E-4F41-8845-4F100440C1C8}" presName="thickLine" presStyleLbl="alignNode1" presStyleIdx="3" presStyleCnt="4"/>
      <dgm:spPr>
        <a:blipFill rotWithShape="0">
          <a:blip xmlns:r="http://schemas.openxmlformats.org/officeDocument/2006/relationships" r:embed="rId1"/>
          <a:stretch>
            <a:fillRect/>
          </a:stretch>
        </a:blipFill>
      </dgm:spPr>
    </dgm:pt>
    <dgm:pt modelId="{2BA029A2-2D1D-4519-9A46-8BC01D7330B7}" type="pres">
      <dgm:prSet presAssocID="{3AD86BEE-484E-4F41-8845-4F100440C1C8}" presName="horz1" presStyleCnt="0"/>
      <dgm:spPr/>
    </dgm:pt>
    <dgm:pt modelId="{FAA6425C-93CA-4BF2-9B6B-00AC5AB372AE}" type="pres">
      <dgm:prSet presAssocID="{3AD86BEE-484E-4F41-8845-4F100440C1C8}" presName="tx1" presStyleLbl="revTx" presStyleIdx="9" presStyleCnt="11"/>
      <dgm:spPr/>
    </dgm:pt>
    <dgm:pt modelId="{08A8E6FA-E111-4E6C-955D-AC6C4ABDD89C}" type="pres">
      <dgm:prSet presAssocID="{3AD86BEE-484E-4F41-8845-4F100440C1C8}" presName="vert1" presStyleCnt="0"/>
      <dgm:spPr/>
    </dgm:pt>
    <dgm:pt modelId="{87596144-4892-4490-8ED0-C8C86CABD85F}" type="pres">
      <dgm:prSet presAssocID="{1A6E6E67-7613-4C5B-A792-22DF0154E082}" presName="vertSpace2a" presStyleCnt="0"/>
      <dgm:spPr/>
    </dgm:pt>
    <dgm:pt modelId="{A3651AE5-6A5A-456C-8F1F-B20E76BF1900}" type="pres">
      <dgm:prSet presAssocID="{1A6E6E67-7613-4C5B-A792-22DF0154E082}" presName="horz2" presStyleCnt="0"/>
      <dgm:spPr/>
    </dgm:pt>
    <dgm:pt modelId="{063235B7-A0CD-4ABC-BED8-21F657534041}" type="pres">
      <dgm:prSet presAssocID="{1A6E6E67-7613-4C5B-A792-22DF0154E082}" presName="horzSpace2" presStyleCnt="0"/>
      <dgm:spPr/>
    </dgm:pt>
    <dgm:pt modelId="{10A8D04F-255F-4B60-B27A-27B1EABAB6D7}" type="pres">
      <dgm:prSet presAssocID="{1A6E6E67-7613-4C5B-A792-22DF0154E082}" presName="tx2" presStyleLbl="revTx" presStyleIdx="10" presStyleCnt="11"/>
      <dgm:spPr/>
    </dgm:pt>
    <dgm:pt modelId="{8E3692B6-57A1-49A4-AE28-3498031EBAC6}" type="pres">
      <dgm:prSet presAssocID="{1A6E6E67-7613-4C5B-A792-22DF0154E082}" presName="vert2" presStyleCnt="0"/>
      <dgm:spPr/>
    </dgm:pt>
    <dgm:pt modelId="{DCD3113D-2CC5-4621-93A2-3F72F68824C5}" type="pres">
      <dgm:prSet presAssocID="{1A6E6E67-7613-4C5B-A792-22DF0154E082}" presName="thinLine2b" presStyleLbl="callout" presStyleIdx="6" presStyleCnt="7"/>
      <dgm:spPr>
        <a:ln>
          <a:noFill/>
        </a:ln>
      </dgm:spPr>
    </dgm:pt>
    <dgm:pt modelId="{AEB4A703-46D3-4B02-8862-4D5CF36D0425}" type="pres">
      <dgm:prSet presAssocID="{1A6E6E67-7613-4C5B-A792-22DF0154E082}" presName="vertSpace2b" presStyleCnt="0"/>
      <dgm:spPr/>
    </dgm:pt>
  </dgm:ptLst>
  <dgm:cxnLst>
    <dgm:cxn modelId="{9DD8B109-0AF2-4DB3-A434-1D647C13DB72}" type="presOf" srcId="{11AD9BBC-8E53-49C8-9A88-E91958B17512}" destId="{4B1DD7C8-4131-4DCB-AFD3-392B67289ACF}" srcOrd="0" destOrd="0" presId="urn:microsoft.com/office/officeart/2008/layout/LinedList"/>
    <dgm:cxn modelId="{37E6140C-F1E4-4DD2-83F5-6E54FA044F7F}" srcId="{B84ECE7A-BC05-461F-8E7F-813D06CCDA99}" destId="{4D371E4D-08C5-4DD3-8783-E5B018556D1A}" srcOrd="0" destOrd="0" parTransId="{69873E49-2055-484F-8CCE-06EE764550EE}" sibTransId="{CA1A6A6E-B4AC-4707-B29D-BDA5CF87769C}"/>
    <dgm:cxn modelId="{57D1780D-30D8-46A2-8818-3611DD25CA33}" srcId="{DC825DE6-8916-43AF-9A2D-363BC29E309A}" destId="{3AD86BEE-484E-4F41-8845-4F100440C1C8}" srcOrd="3" destOrd="0" parTransId="{51A4972D-4340-4A8C-A017-10828C9690B1}" sibTransId="{D098497F-B789-4F80-8F86-3560EFCE3E57}"/>
    <dgm:cxn modelId="{1C327319-981F-421F-9C55-E5247B9F4473}" type="presOf" srcId="{DC825DE6-8916-43AF-9A2D-363BC29E309A}" destId="{09497296-FDB2-47FA-BAC1-186AE64302A3}" srcOrd="0" destOrd="0" presId="urn:microsoft.com/office/officeart/2008/layout/LinedList"/>
    <dgm:cxn modelId="{45C5C025-8364-4D74-9168-AC07B83E7D57}" srcId="{DC825DE6-8916-43AF-9A2D-363BC29E309A}" destId="{B84ECE7A-BC05-461F-8E7F-813D06CCDA99}" srcOrd="1" destOrd="0" parTransId="{784FEFA7-AF2C-4D3B-9544-1ECD74CFE3F8}" sibTransId="{B7DDDDD4-026C-429D-A619-C4615822083E}"/>
    <dgm:cxn modelId="{84239F2C-A443-4474-A14A-FF05450906B5}" srcId="{44F1C578-799F-4314-B976-2BBAA2C6B810}" destId="{4BC19696-E58F-4E38-8498-1C8EB999712D}" srcOrd="1" destOrd="0" parTransId="{1765B2BE-6017-4E0D-9EC6-0B066612D364}" sibTransId="{F7BFE70D-83B5-4D79-83E2-34A6FB3A891D}"/>
    <dgm:cxn modelId="{F985622E-D6D2-4B30-AC07-41486C349843}" type="presOf" srcId="{44F1C578-799F-4314-B976-2BBAA2C6B810}" destId="{0F6FF58B-1BAF-4EC6-BD41-6970D8089E51}" srcOrd="0" destOrd="0" presId="urn:microsoft.com/office/officeart/2008/layout/LinedList"/>
    <dgm:cxn modelId="{B9F16330-2112-4463-B270-305A6C3DD940}" type="presOf" srcId="{B84ECE7A-BC05-461F-8E7F-813D06CCDA99}" destId="{D80433ED-6F0C-40A6-8ED7-4DF055AA16DB}" srcOrd="0" destOrd="0" presId="urn:microsoft.com/office/officeart/2008/layout/LinedList"/>
    <dgm:cxn modelId="{AE06425F-6F3C-4A82-AC35-68AADB097E71}" srcId="{DC825DE6-8916-43AF-9A2D-363BC29E309A}" destId="{44F1C578-799F-4314-B976-2BBAA2C6B810}" srcOrd="2" destOrd="0" parTransId="{402A6987-C5CB-4550-9BFE-CF3C8805B819}" sibTransId="{3EBF036A-0FE2-4916-A7D1-8BA394A8A204}"/>
    <dgm:cxn modelId="{04915766-E4E4-40BF-95FF-2B42003064F3}" srcId="{B84ECE7A-BC05-461F-8E7F-813D06CCDA99}" destId="{834453ED-51E3-4D50-91E2-7CE5612C716D}" srcOrd="1" destOrd="0" parTransId="{06195A00-16D9-4A3B-9D2F-28C24D38E9B2}" sibTransId="{E3DA313A-F37F-41F8-AF6F-F6397443709D}"/>
    <dgm:cxn modelId="{8000868E-9725-4C36-ACCE-81ECEFE0F166}" type="presOf" srcId="{C1525089-2FBC-40D2-B1E4-A045A5D0419E}" destId="{CF0040CE-632B-4240-8E64-63816AF509A8}" srcOrd="0" destOrd="0" presId="urn:microsoft.com/office/officeart/2008/layout/LinedList"/>
    <dgm:cxn modelId="{FBD19FAA-4C31-4A62-87FB-AE63CE1C90D6}" type="presOf" srcId="{834453ED-51E3-4D50-91E2-7CE5612C716D}" destId="{0720D45A-67EC-4ADF-880F-845AF1EAC167}" srcOrd="0" destOrd="0" presId="urn:microsoft.com/office/officeart/2008/layout/LinedList"/>
    <dgm:cxn modelId="{19D802AE-CF5A-4D4E-8D08-6D40DB096B02}" srcId="{DC825DE6-8916-43AF-9A2D-363BC29E309A}" destId="{11AD9BBC-8E53-49C8-9A88-E91958B17512}" srcOrd="0" destOrd="0" parTransId="{50504490-48A9-490F-9CDC-C770D7D65179}" sibTransId="{BCFC3AF3-D915-46AA-AFEE-370F3C3481CC}"/>
    <dgm:cxn modelId="{A0A69EB0-E9D0-43E8-B1FE-9A3EBB1D1645}" type="presOf" srcId="{6F5E6E6E-2C77-43DA-AF75-E9A83E9464FB}" destId="{07C3C311-1931-4338-960A-08D1A77488E0}" srcOrd="0" destOrd="0" presId="urn:microsoft.com/office/officeart/2008/layout/LinedList"/>
    <dgm:cxn modelId="{1EDC57B5-1AC5-483E-92B1-A68DB4AE424C}" srcId="{44F1C578-799F-4314-B976-2BBAA2C6B810}" destId="{4562ED3F-9C32-49DF-9B02-53002B3DA325}" srcOrd="0" destOrd="0" parTransId="{69143CDA-B836-448D-B554-2C201476BB5A}" sibTransId="{8488B424-2E91-4B33-A435-635F0A828DCB}"/>
    <dgm:cxn modelId="{699DF4BE-C5FD-4AD7-A11F-BA24493C9C3D}" type="presOf" srcId="{3AD86BEE-484E-4F41-8845-4F100440C1C8}" destId="{FAA6425C-93CA-4BF2-9B6B-00AC5AB372AE}" srcOrd="0" destOrd="0" presId="urn:microsoft.com/office/officeart/2008/layout/LinedList"/>
    <dgm:cxn modelId="{099277DC-4F32-4C56-BFA6-44E567C9A38C}" type="presOf" srcId="{1A6E6E67-7613-4C5B-A792-22DF0154E082}" destId="{10A8D04F-255F-4B60-B27A-27B1EABAB6D7}" srcOrd="0" destOrd="0" presId="urn:microsoft.com/office/officeart/2008/layout/LinedList"/>
    <dgm:cxn modelId="{A139AEE6-5400-4B13-8277-D384E603D7DB}" type="presOf" srcId="{4D371E4D-08C5-4DD3-8783-E5B018556D1A}" destId="{870B2FA7-B378-4DE6-ACD4-063DB4715BF5}" srcOrd="0" destOrd="0" presId="urn:microsoft.com/office/officeart/2008/layout/LinedList"/>
    <dgm:cxn modelId="{419341EE-A2FE-4C38-8898-3F7F1D75AD41}" type="presOf" srcId="{4BC19696-E58F-4E38-8498-1C8EB999712D}" destId="{FD5FA20C-AA12-4053-B79D-861CAEAB4784}" srcOrd="0" destOrd="0" presId="urn:microsoft.com/office/officeart/2008/layout/LinedList"/>
    <dgm:cxn modelId="{97C324F1-0438-4040-91F9-AC47F31242F0}" srcId="{11AD9BBC-8E53-49C8-9A88-E91958B17512}" destId="{C1525089-2FBC-40D2-B1E4-A045A5D0419E}" srcOrd="0" destOrd="0" parTransId="{BD6F2766-B238-4C25-B750-2DDD3639C815}" sibTransId="{7A320303-10A6-4466-9754-54DE7234C86B}"/>
    <dgm:cxn modelId="{9F628FF2-AE5C-4C9D-AAB7-72AAAAEF3A8F}" type="presOf" srcId="{4562ED3F-9C32-49DF-9B02-53002B3DA325}" destId="{1AB12A36-632E-4442-BCAA-756A2D263194}" srcOrd="0" destOrd="0" presId="urn:microsoft.com/office/officeart/2008/layout/LinedList"/>
    <dgm:cxn modelId="{F58B4DF4-33EE-4ACF-8E4D-EB3CEB324A9A}" srcId="{11AD9BBC-8E53-49C8-9A88-E91958B17512}" destId="{6F5E6E6E-2C77-43DA-AF75-E9A83E9464FB}" srcOrd="1" destOrd="0" parTransId="{41E7A488-C907-4CC3-BE31-1FCF9367FDB8}" sibTransId="{207C14D0-F5F4-472D-8A8D-7A264886CE5E}"/>
    <dgm:cxn modelId="{987B9AFA-F7F2-4F38-96C9-F8BECAFCE320}" srcId="{3AD86BEE-484E-4F41-8845-4F100440C1C8}" destId="{1A6E6E67-7613-4C5B-A792-22DF0154E082}" srcOrd="0" destOrd="0" parTransId="{1B05A1C0-CE1B-4163-9DC2-F5F0A22A1C94}" sibTransId="{2CDA95E8-AECB-4C2B-90C8-122A777B3136}"/>
    <dgm:cxn modelId="{592799D4-6658-43EC-8ACA-7C0E588AC276}" type="presParOf" srcId="{09497296-FDB2-47FA-BAC1-186AE64302A3}" destId="{83666933-65BF-45B8-834E-A3F0037977DF}" srcOrd="0" destOrd="0" presId="urn:microsoft.com/office/officeart/2008/layout/LinedList"/>
    <dgm:cxn modelId="{5875336E-F7BB-45F9-99A7-D7B69A9080BA}" type="presParOf" srcId="{09497296-FDB2-47FA-BAC1-186AE64302A3}" destId="{2E9477DD-E7EC-45E6-91F4-070D7D2DCE12}" srcOrd="1" destOrd="0" presId="urn:microsoft.com/office/officeart/2008/layout/LinedList"/>
    <dgm:cxn modelId="{B795B6F1-479F-43C7-9C46-09B48722FC43}" type="presParOf" srcId="{2E9477DD-E7EC-45E6-91F4-070D7D2DCE12}" destId="{4B1DD7C8-4131-4DCB-AFD3-392B67289ACF}" srcOrd="0" destOrd="0" presId="urn:microsoft.com/office/officeart/2008/layout/LinedList"/>
    <dgm:cxn modelId="{71BC01AF-0B72-431C-8DBD-2885E61F4DAA}" type="presParOf" srcId="{2E9477DD-E7EC-45E6-91F4-070D7D2DCE12}" destId="{A7F104F1-F940-4FCE-A441-B045F17C2229}" srcOrd="1" destOrd="0" presId="urn:microsoft.com/office/officeart/2008/layout/LinedList"/>
    <dgm:cxn modelId="{06751D25-A14D-432A-97B1-D7F341189877}" type="presParOf" srcId="{A7F104F1-F940-4FCE-A441-B045F17C2229}" destId="{DEB87288-650E-48B6-8B2D-E2A94A0052E8}" srcOrd="0" destOrd="0" presId="urn:microsoft.com/office/officeart/2008/layout/LinedList"/>
    <dgm:cxn modelId="{681CAF4F-F2F8-4432-88E5-245CBE23208B}" type="presParOf" srcId="{A7F104F1-F940-4FCE-A441-B045F17C2229}" destId="{D8A30B81-F769-4DC6-B23A-B71DCF3AA9F3}" srcOrd="1" destOrd="0" presId="urn:microsoft.com/office/officeart/2008/layout/LinedList"/>
    <dgm:cxn modelId="{18C5A209-E88B-442B-9ABB-AA65446B11DC}" type="presParOf" srcId="{D8A30B81-F769-4DC6-B23A-B71DCF3AA9F3}" destId="{63DE2280-731F-4680-AAF5-C93321F8E339}" srcOrd="0" destOrd="0" presId="urn:microsoft.com/office/officeart/2008/layout/LinedList"/>
    <dgm:cxn modelId="{4A532EAC-8C7F-4FEF-AFE0-9B2A3D66A247}" type="presParOf" srcId="{D8A30B81-F769-4DC6-B23A-B71DCF3AA9F3}" destId="{CF0040CE-632B-4240-8E64-63816AF509A8}" srcOrd="1" destOrd="0" presId="urn:microsoft.com/office/officeart/2008/layout/LinedList"/>
    <dgm:cxn modelId="{58381544-7BCF-4337-B1A1-334BDB89ABFB}" type="presParOf" srcId="{D8A30B81-F769-4DC6-B23A-B71DCF3AA9F3}" destId="{EEF5E703-1E60-4718-878F-8AE2093E975E}" srcOrd="2" destOrd="0" presId="urn:microsoft.com/office/officeart/2008/layout/LinedList"/>
    <dgm:cxn modelId="{CFADAAAF-8F59-48C1-B2B6-662C6F3CFE1B}" type="presParOf" srcId="{A7F104F1-F940-4FCE-A441-B045F17C2229}" destId="{E91BBBD0-E0B1-4FCD-ADB8-BFC79F6321EA}" srcOrd="2" destOrd="0" presId="urn:microsoft.com/office/officeart/2008/layout/LinedList"/>
    <dgm:cxn modelId="{D636B550-3605-48F7-9BFD-E1563E2E4D8C}" type="presParOf" srcId="{A7F104F1-F940-4FCE-A441-B045F17C2229}" destId="{AD50084B-75B4-4F83-BBA3-C38673A4F409}" srcOrd="3" destOrd="0" presId="urn:microsoft.com/office/officeart/2008/layout/LinedList"/>
    <dgm:cxn modelId="{3C2BC7B9-1855-4DE0-AD62-64F099DF8910}" type="presParOf" srcId="{A7F104F1-F940-4FCE-A441-B045F17C2229}" destId="{5F379A91-D82E-4B84-AE21-DF766285371C}" srcOrd="4" destOrd="0" presId="urn:microsoft.com/office/officeart/2008/layout/LinedList"/>
    <dgm:cxn modelId="{6E163344-5072-4704-9D9A-D4502D040557}" type="presParOf" srcId="{5F379A91-D82E-4B84-AE21-DF766285371C}" destId="{CFB9F2D0-A426-412E-97D9-D17BBD459C26}" srcOrd="0" destOrd="0" presId="urn:microsoft.com/office/officeart/2008/layout/LinedList"/>
    <dgm:cxn modelId="{6D452FBB-6B42-4F33-9CB9-5EBBCDF3AB43}" type="presParOf" srcId="{5F379A91-D82E-4B84-AE21-DF766285371C}" destId="{07C3C311-1931-4338-960A-08D1A77488E0}" srcOrd="1" destOrd="0" presId="urn:microsoft.com/office/officeart/2008/layout/LinedList"/>
    <dgm:cxn modelId="{500BBF05-4147-4BF2-BB13-AD0FD69C8A63}" type="presParOf" srcId="{5F379A91-D82E-4B84-AE21-DF766285371C}" destId="{12AB2692-F3DB-4549-80E3-FA48A3A713E8}" srcOrd="2" destOrd="0" presId="urn:microsoft.com/office/officeart/2008/layout/LinedList"/>
    <dgm:cxn modelId="{C4F5A4DE-CEAF-49B0-948C-AA59C572AF83}" type="presParOf" srcId="{A7F104F1-F940-4FCE-A441-B045F17C2229}" destId="{2D51482C-05C3-451D-A23A-90A84ED2ADC7}" srcOrd="5" destOrd="0" presId="urn:microsoft.com/office/officeart/2008/layout/LinedList"/>
    <dgm:cxn modelId="{BC011D4D-3080-48A1-95DF-8EFE615FA54D}" type="presParOf" srcId="{A7F104F1-F940-4FCE-A441-B045F17C2229}" destId="{4905C3A0-E1BD-494A-B0F6-76AAECBF06AC}" srcOrd="6" destOrd="0" presId="urn:microsoft.com/office/officeart/2008/layout/LinedList"/>
    <dgm:cxn modelId="{6B1FD7DB-134B-44A3-AE60-3BDCA907840F}" type="presParOf" srcId="{09497296-FDB2-47FA-BAC1-186AE64302A3}" destId="{E3551E10-ED30-4798-BF1A-F95804E84094}" srcOrd="2" destOrd="0" presId="urn:microsoft.com/office/officeart/2008/layout/LinedList"/>
    <dgm:cxn modelId="{338FC4F5-4A16-40C9-ADA6-9ABD498B350A}" type="presParOf" srcId="{09497296-FDB2-47FA-BAC1-186AE64302A3}" destId="{D4BBDDD7-855C-4007-B027-1F2C9C18DDC4}" srcOrd="3" destOrd="0" presId="urn:microsoft.com/office/officeart/2008/layout/LinedList"/>
    <dgm:cxn modelId="{E903DBAD-41C9-463A-96AE-815E63C4BFBB}" type="presParOf" srcId="{D4BBDDD7-855C-4007-B027-1F2C9C18DDC4}" destId="{D80433ED-6F0C-40A6-8ED7-4DF055AA16DB}" srcOrd="0" destOrd="0" presId="urn:microsoft.com/office/officeart/2008/layout/LinedList"/>
    <dgm:cxn modelId="{2E10D696-F09F-4FB3-9DA7-DD51FC01A5BB}" type="presParOf" srcId="{D4BBDDD7-855C-4007-B027-1F2C9C18DDC4}" destId="{D14AEB9E-3B8B-4652-8D75-F2076DC56989}" srcOrd="1" destOrd="0" presId="urn:microsoft.com/office/officeart/2008/layout/LinedList"/>
    <dgm:cxn modelId="{E584AE2C-9B83-4AAC-90EF-903821332F8F}" type="presParOf" srcId="{D14AEB9E-3B8B-4652-8D75-F2076DC56989}" destId="{65067E55-EABE-4A12-AE7E-80C68DD8BEAA}" srcOrd="0" destOrd="0" presId="urn:microsoft.com/office/officeart/2008/layout/LinedList"/>
    <dgm:cxn modelId="{F4CD9A9A-53BD-4881-B717-DF9B2F2BDCA8}" type="presParOf" srcId="{D14AEB9E-3B8B-4652-8D75-F2076DC56989}" destId="{909EE814-7A5A-4967-B12A-558EF2D3F819}" srcOrd="1" destOrd="0" presId="urn:microsoft.com/office/officeart/2008/layout/LinedList"/>
    <dgm:cxn modelId="{1828494B-A343-42D7-B96E-CB774497445D}" type="presParOf" srcId="{909EE814-7A5A-4967-B12A-558EF2D3F819}" destId="{AC701FA7-976C-4E12-B82B-83DF7FC72F8C}" srcOrd="0" destOrd="0" presId="urn:microsoft.com/office/officeart/2008/layout/LinedList"/>
    <dgm:cxn modelId="{186906F3-02B9-430E-9CD1-E6E1416C7109}" type="presParOf" srcId="{909EE814-7A5A-4967-B12A-558EF2D3F819}" destId="{870B2FA7-B378-4DE6-ACD4-063DB4715BF5}" srcOrd="1" destOrd="0" presId="urn:microsoft.com/office/officeart/2008/layout/LinedList"/>
    <dgm:cxn modelId="{8C9730C0-F92F-44D4-B927-C9BC462161AF}" type="presParOf" srcId="{909EE814-7A5A-4967-B12A-558EF2D3F819}" destId="{1C7880AE-CD8B-4BCE-A666-90FC328678F8}" srcOrd="2" destOrd="0" presId="urn:microsoft.com/office/officeart/2008/layout/LinedList"/>
    <dgm:cxn modelId="{DC8960BC-243C-4014-90A0-F5B7B2CD6F57}" type="presParOf" srcId="{D14AEB9E-3B8B-4652-8D75-F2076DC56989}" destId="{7F53A843-0F33-4C22-8E63-A5755B48B766}" srcOrd="2" destOrd="0" presId="urn:microsoft.com/office/officeart/2008/layout/LinedList"/>
    <dgm:cxn modelId="{2D784C88-B71F-4BB1-9A46-413DA421BAA2}" type="presParOf" srcId="{D14AEB9E-3B8B-4652-8D75-F2076DC56989}" destId="{D46C9552-EA1B-41C7-A6DE-4F7CD2195FC3}" srcOrd="3" destOrd="0" presId="urn:microsoft.com/office/officeart/2008/layout/LinedList"/>
    <dgm:cxn modelId="{E248AC76-F2BD-4459-9FB4-B6313673B05A}" type="presParOf" srcId="{D14AEB9E-3B8B-4652-8D75-F2076DC56989}" destId="{7335E315-CA92-4809-9F86-B02AFFD94970}" srcOrd="4" destOrd="0" presId="urn:microsoft.com/office/officeart/2008/layout/LinedList"/>
    <dgm:cxn modelId="{55D94075-1197-4A6C-B8CE-C66AABA2302B}" type="presParOf" srcId="{7335E315-CA92-4809-9F86-B02AFFD94970}" destId="{C24E0771-9D55-45F5-9AEA-05841E76A776}" srcOrd="0" destOrd="0" presId="urn:microsoft.com/office/officeart/2008/layout/LinedList"/>
    <dgm:cxn modelId="{4D8FD2E6-2838-451A-AA81-9E580D043313}" type="presParOf" srcId="{7335E315-CA92-4809-9F86-B02AFFD94970}" destId="{0720D45A-67EC-4ADF-880F-845AF1EAC167}" srcOrd="1" destOrd="0" presId="urn:microsoft.com/office/officeart/2008/layout/LinedList"/>
    <dgm:cxn modelId="{EDF5FFC8-2281-4C19-8253-9CC996F066A4}" type="presParOf" srcId="{7335E315-CA92-4809-9F86-B02AFFD94970}" destId="{BDCF0677-1D4D-4418-B709-866A73517F6B}" srcOrd="2" destOrd="0" presId="urn:microsoft.com/office/officeart/2008/layout/LinedList"/>
    <dgm:cxn modelId="{FCB83A07-4F74-4D64-B241-52A9A695EB01}" type="presParOf" srcId="{D14AEB9E-3B8B-4652-8D75-F2076DC56989}" destId="{0F42F70E-15FF-4145-AAE3-781E1B28C508}" srcOrd="5" destOrd="0" presId="urn:microsoft.com/office/officeart/2008/layout/LinedList"/>
    <dgm:cxn modelId="{0C602CDF-F0E9-4678-8724-83FE97A2B155}" type="presParOf" srcId="{D14AEB9E-3B8B-4652-8D75-F2076DC56989}" destId="{C8953548-70D7-475F-ADB2-E276F0827CB5}" srcOrd="6" destOrd="0" presId="urn:microsoft.com/office/officeart/2008/layout/LinedList"/>
    <dgm:cxn modelId="{6F05018D-074C-40EC-8DFF-8B5C4E698328}" type="presParOf" srcId="{09497296-FDB2-47FA-BAC1-186AE64302A3}" destId="{3FF459D9-CDC1-4CEB-89A0-2975815E5E68}" srcOrd="4" destOrd="0" presId="urn:microsoft.com/office/officeart/2008/layout/LinedList"/>
    <dgm:cxn modelId="{467F7F8E-0F91-4CDE-B8F1-2C53D9B5C9D0}" type="presParOf" srcId="{09497296-FDB2-47FA-BAC1-186AE64302A3}" destId="{D8143A54-E029-48A7-9EA4-0F46A18715D6}" srcOrd="5" destOrd="0" presId="urn:microsoft.com/office/officeart/2008/layout/LinedList"/>
    <dgm:cxn modelId="{2C54E8C4-FBD7-436A-A728-BEE490ACFE16}" type="presParOf" srcId="{D8143A54-E029-48A7-9EA4-0F46A18715D6}" destId="{0F6FF58B-1BAF-4EC6-BD41-6970D8089E51}" srcOrd="0" destOrd="0" presId="urn:microsoft.com/office/officeart/2008/layout/LinedList"/>
    <dgm:cxn modelId="{DA36C5F5-C101-4CA8-9350-F08E55E9406B}" type="presParOf" srcId="{D8143A54-E029-48A7-9EA4-0F46A18715D6}" destId="{CE87C34D-45E3-4ADA-B40A-EEC3414B7EFD}" srcOrd="1" destOrd="0" presId="urn:microsoft.com/office/officeart/2008/layout/LinedList"/>
    <dgm:cxn modelId="{DAA98AD3-7CD8-46E9-BDDE-B2E65FDA885F}" type="presParOf" srcId="{CE87C34D-45E3-4ADA-B40A-EEC3414B7EFD}" destId="{7B5EB8B3-091F-463C-B0F1-945DB00C5C3E}" srcOrd="0" destOrd="0" presId="urn:microsoft.com/office/officeart/2008/layout/LinedList"/>
    <dgm:cxn modelId="{0E783722-6D19-45EF-856C-A186CA23F8A2}" type="presParOf" srcId="{CE87C34D-45E3-4ADA-B40A-EEC3414B7EFD}" destId="{6A113D7C-77E0-4420-AF2C-131F53C35337}" srcOrd="1" destOrd="0" presId="urn:microsoft.com/office/officeart/2008/layout/LinedList"/>
    <dgm:cxn modelId="{5AB69EFF-A999-406C-BAA8-8735EF501BCF}" type="presParOf" srcId="{6A113D7C-77E0-4420-AF2C-131F53C35337}" destId="{7DB65626-8E59-4BF9-ADE9-B2B59A9D8E3A}" srcOrd="0" destOrd="0" presId="urn:microsoft.com/office/officeart/2008/layout/LinedList"/>
    <dgm:cxn modelId="{8B256AA0-A896-43D3-8063-AD56220AFED1}" type="presParOf" srcId="{6A113D7C-77E0-4420-AF2C-131F53C35337}" destId="{1AB12A36-632E-4442-BCAA-756A2D263194}" srcOrd="1" destOrd="0" presId="urn:microsoft.com/office/officeart/2008/layout/LinedList"/>
    <dgm:cxn modelId="{08950DEE-137A-46DD-B2EC-AD86296F6D3F}" type="presParOf" srcId="{6A113D7C-77E0-4420-AF2C-131F53C35337}" destId="{BD15F43C-5C73-4A51-9BBC-D5965372FA06}" srcOrd="2" destOrd="0" presId="urn:microsoft.com/office/officeart/2008/layout/LinedList"/>
    <dgm:cxn modelId="{6962CCE6-6C6B-4C1A-AB8D-A6E86D377445}" type="presParOf" srcId="{CE87C34D-45E3-4ADA-B40A-EEC3414B7EFD}" destId="{6185D641-2E77-4527-AD09-D799A8F292FE}" srcOrd="2" destOrd="0" presId="urn:microsoft.com/office/officeart/2008/layout/LinedList"/>
    <dgm:cxn modelId="{D54BC0C1-7547-40B1-8726-C2B66D41940D}" type="presParOf" srcId="{CE87C34D-45E3-4ADA-B40A-EEC3414B7EFD}" destId="{72221F29-7293-4C70-B362-DC200853BB24}" srcOrd="3" destOrd="0" presId="urn:microsoft.com/office/officeart/2008/layout/LinedList"/>
    <dgm:cxn modelId="{FDB7CB9F-6E46-444A-BD8C-74010DD4D351}" type="presParOf" srcId="{CE87C34D-45E3-4ADA-B40A-EEC3414B7EFD}" destId="{CC567007-D00D-4F2A-B53D-E5F1DC772688}" srcOrd="4" destOrd="0" presId="urn:microsoft.com/office/officeart/2008/layout/LinedList"/>
    <dgm:cxn modelId="{24FD937E-FA96-4510-9B5A-32E3CB288607}" type="presParOf" srcId="{CC567007-D00D-4F2A-B53D-E5F1DC772688}" destId="{B3BB27C0-78F2-4F5F-8EE0-022408A06379}" srcOrd="0" destOrd="0" presId="urn:microsoft.com/office/officeart/2008/layout/LinedList"/>
    <dgm:cxn modelId="{C3AF8F73-61D1-44CA-B7B0-526BDE7C3B39}" type="presParOf" srcId="{CC567007-D00D-4F2A-B53D-E5F1DC772688}" destId="{FD5FA20C-AA12-4053-B79D-861CAEAB4784}" srcOrd="1" destOrd="0" presId="urn:microsoft.com/office/officeart/2008/layout/LinedList"/>
    <dgm:cxn modelId="{C04C42F5-7C3E-46A8-BE98-B19B526EF23B}" type="presParOf" srcId="{CC567007-D00D-4F2A-B53D-E5F1DC772688}" destId="{90918F32-0666-447F-AC38-8C379D1B8535}" srcOrd="2" destOrd="0" presId="urn:microsoft.com/office/officeart/2008/layout/LinedList"/>
    <dgm:cxn modelId="{75F7A4C6-5F82-412D-B989-CEBCCCB1121D}" type="presParOf" srcId="{CE87C34D-45E3-4ADA-B40A-EEC3414B7EFD}" destId="{FDBD5B21-02C0-4C00-B391-73008CF9A5D7}" srcOrd="5" destOrd="0" presId="urn:microsoft.com/office/officeart/2008/layout/LinedList"/>
    <dgm:cxn modelId="{60E7F6E3-A7FF-4D4B-9B01-31DFCC100116}" type="presParOf" srcId="{CE87C34D-45E3-4ADA-B40A-EEC3414B7EFD}" destId="{0847FEC4-4DA4-4346-90B4-07123167FD14}" srcOrd="6" destOrd="0" presId="urn:microsoft.com/office/officeart/2008/layout/LinedList"/>
    <dgm:cxn modelId="{9BCE7932-851C-4CB5-8E19-293FEDD1A6AA}" type="presParOf" srcId="{09497296-FDB2-47FA-BAC1-186AE64302A3}" destId="{C007DA44-78AD-442D-97FF-8B546ECA1681}" srcOrd="6" destOrd="0" presId="urn:microsoft.com/office/officeart/2008/layout/LinedList"/>
    <dgm:cxn modelId="{6950C63C-2B69-4742-A780-69B17F56EF59}" type="presParOf" srcId="{09497296-FDB2-47FA-BAC1-186AE64302A3}" destId="{2BA029A2-2D1D-4519-9A46-8BC01D7330B7}" srcOrd="7" destOrd="0" presId="urn:microsoft.com/office/officeart/2008/layout/LinedList"/>
    <dgm:cxn modelId="{5EF98213-0DC9-4CFC-8EA4-C512DC906149}" type="presParOf" srcId="{2BA029A2-2D1D-4519-9A46-8BC01D7330B7}" destId="{FAA6425C-93CA-4BF2-9B6B-00AC5AB372AE}" srcOrd="0" destOrd="0" presId="urn:microsoft.com/office/officeart/2008/layout/LinedList"/>
    <dgm:cxn modelId="{8BB1A37D-42BB-4532-889E-1AC62F38CD49}" type="presParOf" srcId="{2BA029A2-2D1D-4519-9A46-8BC01D7330B7}" destId="{08A8E6FA-E111-4E6C-955D-AC6C4ABDD89C}" srcOrd="1" destOrd="0" presId="urn:microsoft.com/office/officeart/2008/layout/LinedList"/>
    <dgm:cxn modelId="{D198C1FD-A33A-4A18-919F-29C74D1EF1D2}" type="presParOf" srcId="{08A8E6FA-E111-4E6C-955D-AC6C4ABDD89C}" destId="{87596144-4892-4490-8ED0-C8C86CABD85F}" srcOrd="0" destOrd="0" presId="urn:microsoft.com/office/officeart/2008/layout/LinedList"/>
    <dgm:cxn modelId="{16C79AB8-2185-4D24-9DE9-0F8BA5075D33}" type="presParOf" srcId="{08A8E6FA-E111-4E6C-955D-AC6C4ABDD89C}" destId="{A3651AE5-6A5A-456C-8F1F-B20E76BF1900}" srcOrd="1" destOrd="0" presId="urn:microsoft.com/office/officeart/2008/layout/LinedList"/>
    <dgm:cxn modelId="{4FE8E905-4FBF-45C6-86B0-5A5B6F561929}" type="presParOf" srcId="{A3651AE5-6A5A-456C-8F1F-B20E76BF1900}" destId="{063235B7-A0CD-4ABC-BED8-21F657534041}" srcOrd="0" destOrd="0" presId="urn:microsoft.com/office/officeart/2008/layout/LinedList"/>
    <dgm:cxn modelId="{F19B93B1-E184-4691-9EBA-723B5507F907}" type="presParOf" srcId="{A3651AE5-6A5A-456C-8F1F-B20E76BF1900}" destId="{10A8D04F-255F-4B60-B27A-27B1EABAB6D7}" srcOrd="1" destOrd="0" presId="urn:microsoft.com/office/officeart/2008/layout/LinedList"/>
    <dgm:cxn modelId="{D1108AA3-1527-4478-B0B2-D5AC9A97DAF0}" type="presParOf" srcId="{A3651AE5-6A5A-456C-8F1F-B20E76BF1900}" destId="{8E3692B6-57A1-49A4-AE28-3498031EBAC6}" srcOrd="2" destOrd="0" presId="urn:microsoft.com/office/officeart/2008/layout/LinedList"/>
    <dgm:cxn modelId="{D622A3AF-28E8-4A82-8103-8714537CDDBF}" type="presParOf" srcId="{08A8E6FA-E111-4E6C-955D-AC6C4ABDD89C}" destId="{DCD3113D-2CC5-4621-93A2-3F72F68824C5}" srcOrd="2" destOrd="0" presId="urn:microsoft.com/office/officeart/2008/layout/LinedList"/>
    <dgm:cxn modelId="{44F466CB-1322-4F6E-939C-96FC4BF22A01}" type="presParOf" srcId="{08A8E6FA-E111-4E6C-955D-AC6C4ABDD89C}" destId="{AEB4A703-46D3-4B02-8862-4D5CF36D042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66933-65BF-45B8-834E-A3F0037977DF}">
      <dsp:nvSpPr>
        <dsp:cNvPr id="0" name=""/>
        <dsp:cNvSpPr/>
      </dsp:nvSpPr>
      <dsp:spPr>
        <a:xfrm>
          <a:off x="0" y="0"/>
          <a:ext cx="6096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1DD7C8-4131-4DCB-AFD3-392B67289ACF}">
      <dsp:nvSpPr>
        <dsp:cNvPr id="0" name=""/>
        <dsp:cNvSpPr/>
      </dsp:nvSpPr>
      <dsp:spPr>
        <a:xfrm>
          <a:off x="0" y="0"/>
          <a:ext cx="1219200" cy="10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pl-PL" sz="4000" kern="1200" dirty="0"/>
            <a:t>1.</a:t>
          </a:r>
        </a:p>
      </dsp:txBody>
      <dsp:txXfrm>
        <a:off x="0" y="0"/>
        <a:ext cx="1219200" cy="1016000"/>
      </dsp:txXfrm>
    </dsp:sp>
    <dsp:sp modelId="{CF0040CE-632B-4240-8E64-63816AF509A8}">
      <dsp:nvSpPr>
        <dsp:cNvPr id="0" name=""/>
        <dsp:cNvSpPr/>
      </dsp:nvSpPr>
      <dsp:spPr>
        <a:xfrm>
          <a:off x="1310640" y="23614"/>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pl-PL" sz="1400" b="1" kern="1200" dirty="0"/>
            <a:t>Polityka dotycząca danych badawczych</a:t>
          </a:r>
        </a:p>
      </dsp:txBody>
      <dsp:txXfrm>
        <a:off x="1310640" y="23614"/>
        <a:ext cx="4785360" cy="472281"/>
      </dsp:txXfrm>
    </dsp:sp>
    <dsp:sp modelId="{E91BBBD0-E0B1-4FCD-ADB8-BFC79F6321EA}">
      <dsp:nvSpPr>
        <dsp:cNvPr id="0" name=""/>
        <dsp:cNvSpPr/>
      </dsp:nvSpPr>
      <dsp:spPr>
        <a:xfrm>
          <a:off x="1035003" y="370060"/>
          <a:ext cx="4876800" cy="0"/>
        </a:xfrm>
        <a:prstGeom prst="line">
          <a:avLst/>
        </a:prstGeom>
        <a:solidFill>
          <a:schemeClr val="accent1">
            <a:hueOff val="0"/>
            <a:satOff val="0"/>
            <a:lumOff val="0"/>
            <a:alphaOff val="0"/>
          </a:schemeClr>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 modelId="{07C3C311-1931-4338-960A-08D1A77488E0}">
      <dsp:nvSpPr>
        <dsp:cNvPr id="0" name=""/>
        <dsp:cNvSpPr/>
      </dsp:nvSpPr>
      <dsp:spPr>
        <a:xfrm>
          <a:off x="1310640" y="519509"/>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pl-PL" sz="1300" b="0" kern="1200" dirty="0"/>
            <a:t>- standardy, zasady i dobre praktyki  </a:t>
          </a:r>
        </a:p>
      </dsp:txBody>
      <dsp:txXfrm>
        <a:off x="1310640" y="519509"/>
        <a:ext cx="4785360" cy="472281"/>
      </dsp:txXfrm>
    </dsp:sp>
    <dsp:sp modelId="{2D51482C-05C3-451D-A23A-90A84ED2ADC7}">
      <dsp:nvSpPr>
        <dsp:cNvPr id="0" name=""/>
        <dsp:cNvSpPr/>
      </dsp:nvSpPr>
      <dsp:spPr>
        <a:xfrm>
          <a:off x="1219199" y="991790"/>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3551E10-ED30-4798-BF1A-F95804E84094}">
      <dsp:nvSpPr>
        <dsp:cNvPr id="0" name=""/>
        <dsp:cNvSpPr/>
      </dsp:nvSpPr>
      <dsp:spPr>
        <a:xfrm>
          <a:off x="0" y="1016000"/>
          <a:ext cx="6096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433ED-6F0C-40A6-8ED7-4DF055AA16DB}">
      <dsp:nvSpPr>
        <dsp:cNvPr id="0" name=""/>
        <dsp:cNvSpPr/>
      </dsp:nvSpPr>
      <dsp:spPr>
        <a:xfrm>
          <a:off x="0" y="1016000"/>
          <a:ext cx="1219200" cy="10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pl-PL" sz="4000" kern="1200" dirty="0"/>
            <a:t>2.</a:t>
          </a:r>
        </a:p>
      </dsp:txBody>
      <dsp:txXfrm>
        <a:off x="0" y="1016000"/>
        <a:ext cx="1219200" cy="1016000"/>
      </dsp:txXfrm>
    </dsp:sp>
    <dsp:sp modelId="{870B2FA7-B378-4DE6-ACD4-063DB4715BF5}">
      <dsp:nvSpPr>
        <dsp:cNvPr id="0" name=""/>
        <dsp:cNvSpPr/>
      </dsp:nvSpPr>
      <dsp:spPr>
        <a:xfrm>
          <a:off x="1310640" y="1039614"/>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pl-PL" sz="1400" b="1" kern="1200" dirty="0"/>
            <a:t>Metodologia</a:t>
          </a:r>
        </a:p>
      </dsp:txBody>
      <dsp:txXfrm>
        <a:off x="1310640" y="1039614"/>
        <a:ext cx="4785360" cy="472281"/>
      </dsp:txXfrm>
    </dsp:sp>
    <dsp:sp modelId="{7F53A843-0F33-4C22-8E63-A5755B48B766}">
      <dsp:nvSpPr>
        <dsp:cNvPr id="0" name=""/>
        <dsp:cNvSpPr/>
      </dsp:nvSpPr>
      <dsp:spPr>
        <a:xfrm>
          <a:off x="1219199" y="1511895"/>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720D45A-67EC-4ADF-880F-845AF1EAC167}">
      <dsp:nvSpPr>
        <dsp:cNvPr id="0" name=""/>
        <dsp:cNvSpPr/>
      </dsp:nvSpPr>
      <dsp:spPr>
        <a:xfrm>
          <a:off x="1310640" y="1535509"/>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pl-PL" sz="1300" b="0" kern="1200" dirty="0"/>
            <a:t> </a:t>
          </a:r>
        </a:p>
      </dsp:txBody>
      <dsp:txXfrm>
        <a:off x="1310640" y="1535509"/>
        <a:ext cx="4785360" cy="472281"/>
      </dsp:txXfrm>
    </dsp:sp>
    <dsp:sp modelId="{0F42F70E-15FF-4145-AAE3-781E1B28C508}">
      <dsp:nvSpPr>
        <dsp:cNvPr id="0" name=""/>
        <dsp:cNvSpPr/>
      </dsp:nvSpPr>
      <dsp:spPr>
        <a:xfrm>
          <a:off x="1219199" y="2007790"/>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FF459D9-CDC1-4CEB-89A0-2975815E5E68}">
      <dsp:nvSpPr>
        <dsp:cNvPr id="0" name=""/>
        <dsp:cNvSpPr/>
      </dsp:nvSpPr>
      <dsp:spPr>
        <a:xfrm>
          <a:off x="0" y="2032000"/>
          <a:ext cx="6096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6FF58B-1BAF-4EC6-BD41-6970D8089E51}">
      <dsp:nvSpPr>
        <dsp:cNvPr id="0" name=""/>
        <dsp:cNvSpPr/>
      </dsp:nvSpPr>
      <dsp:spPr>
        <a:xfrm>
          <a:off x="0" y="2032000"/>
          <a:ext cx="1219200" cy="10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pl-PL" sz="4000" kern="1200" dirty="0"/>
            <a:t>3.</a:t>
          </a:r>
        </a:p>
      </dsp:txBody>
      <dsp:txXfrm>
        <a:off x="0" y="2032000"/>
        <a:ext cx="1219200" cy="1016000"/>
      </dsp:txXfrm>
    </dsp:sp>
    <dsp:sp modelId="{1AB12A36-632E-4442-BCAA-756A2D263194}">
      <dsp:nvSpPr>
        <dsp:cNvPr id="0" name=""/>
        <dsp:cNvSpPr/>
      </dsp:nvSpPr>
      <dsp:spPr>
        <a:xfrm>
          <a:off x="1310640" y="2055614"/>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pl-PL" sz="1400" b="1" kern="1200" dirty="0"/>
            <a:t>Przegląd wybranych polityk wydawców zagranicznych</a:t>
          </a:r>
        </a:p>
      </dsp:txBody>
      <dsp:txXfrm>
        <a:off x="1310640" y="2055614"/>
        <a:ext cx="4785360" cy="472281"/>
      </dsp:txXfrm>
    </dsp:sp>
    <dsp:sp modelId="{6185D641-2E77-4527-AD09-D799A8F292FE}">
      <dsp:nvSpPr>
        <dsp:cNvPr id="0" name=""/>
        <dsp:cNvSpPr/>
      </dsp:nvSpPr>
      <dsp:spPr>
        <a:xfrm>
          <a:off x="1219199" y="2527895"/>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D5FA20C-AA12-4053-B79D-861CAEAB4784}">
      <dsp:nvSpPr>
        <dsp:cNvPr id="0" name=""/>
        <dsp:cNvSpPr/>
      </dsp:nvSpPr>
      <dsp:spPr>
        <a:xfrm>
          <a:off x="1310640" y="2551509"/>
          <a:ext cx="4785360" cy="47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endParaRPr lang="pl-PL" sz="1300" b="0" kern="1200" dirty="0"/>
        </a:p>
      </dsp:txBody>
      <dsp:txXfrm>
        <a:off x="1310640" y="2551509"/>
        <a:ext cx="4785360" cy="472281"/>
      </dsp:txXfrm>
    </dsp:sp>
    <dsp:sp modelId="{FDBD5B21-02C0-4C00-B391-73008CF9A5D7}">
      <dsp:nvSpPr>
        <dsp:cNvPr id="0" name=""/>
        <dsp:cNvSpPr/>
      </dsp:nvSpPr>
      <dsp:spPr>
        <a:xfrm>
          <a:off x="1219199" y="3023790"/>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007DA44-78AD-442D-97FF-8B546ECA1681}">
      <dsp:nvSpPr>
        <dsp:cNvPr id="0" name=""/>
        <dsp:cNvSpPr/>
      </dsp:nvSpPr>
      <dsp:spPr>
        <a:xfrm>
          <a:off x="0" y="3047999"/>
          <a:ext cx="6096000" cy="0"/>
        </a:xfrm>
        <a:prstGeom prst="lin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A6425C-93CA-4BF2-9B6B-00AC5AB372AE}">
      <dsp:nvSpPr>
        <dsp:cNvPr id="0" name=""/>
        <dsp:cNvSpPr/>
      </dsp:nvSpPr>
      <dsp:spPr>
        <a:xfrm>
          <a:off x="0" y="3047999"/>
          <a:ext cx="1219200" cy="10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pl-PL" sz="4000" kern="1200" dirty="0"/>
            <a:t>4.</a:t>
          </a:r>
        </a:p>
      </dsp:txBody>
      <dsp:txXfrm>
        <a:off x="0" y="3047999"/>
        <a:ext cx="1219200" cy="1016000"/>
      </dsp:txXfrm>
    </dsp:sp>
    <dsp:sp modelId="{10A8D04F-255F-4B60-B27A-27B1EABAB6D7}">
      <dsp:nvSpPr>
        <dsp:cNvPr id="0" name=""/>
        <dsp:cNvSpPr/>
      </dsp:nvSpPr>
      <dsp:spPr>
        <a:xfrm>
          <a:off x="1310640" y="3094136"/>
          <a:ext cx="4785360" cy="922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pl-PL" sz="1400" b="1" kern="1200" dirty="0"/>
            <a:t>Podsumowanie i wnioski</a:t>
          </a:r>
        </a:p>
      </dsp:txBody>
      <dsp:txXfrm>
        <a:off x="1310640" y="3094136"/>
        <a:ext cx="4785360" cy="922734"/>
      </dsp:txXfrm>
    </dsp:sp>
    <dsp:sp modelId="{DCD3113D-2CC5-4621-93A2-3F72F68824C5}">
      <dsp:nvSpPr>
        <dsp:cNvPr id="0" name=""/>
        <dsp:cNvSpPr/>
      </dsp:nvSpPr>
      <dsp:spPr>
        <a:xfrm>
          <a:off x="1219199" y="4016871"/>
          <a:ext cx="4876800"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2C9209-3986-4F4F-9798-10F567A8CCA9}" type="datetimeFigureOut">
              <a:rPr lang="pl-PL" smtClean="0"/>
              <a:t>06.05.2025</a:t>
            </a:fld>
            <a:endParaRPr lang="pl-PL"/>
          </a:p>
        </p:txBody>
      </p:sp>
      <p:sp>
        <p:nvSpPr>
          <p:cNvPr id="4" name="Symbol zastępczy stopki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69ED95-A86B-4031-854D-4CD9141382AC}" type="slidenum">
              <a:rPr lang="pl-PL" smtClean="0"/>
              <a:t>‹#›</a:t>
            </a:fld>
            <a:endParaRPr lang="pl-PL"/>
          </a:p>
        </p:txBody>
      </p:sp>
    </p:spTree>
    <p:extLst>
      <p:ext uri="{BB962C8B-B14F-4D97-AF65-F5344CB8AC3E}">
        <p14:creationId xmlns:p14="http://schemas.microsoft.com/office/powerpoint/2010/main" val="30724027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77C91-10B1-43B2-BE9C-19E168F96446}" type="datetimeFigureOut">
              <a:rPr lang="pl-PL" smtClean="0"/>
              <a:t>06.05.2025</a:t>
            </a:fld>
            <a:endParaRPr lang="pl-PL"/>
          </a:p>
        </p:txBody>
      </p:sp>
      <p:sp>
        <p:nvSpPr>
          <p:cNvPr id="4" name="Symbol zastępczy obrazu slajd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FD56A-32A1-4D9A-BC80-736493FF959D}" type="slidenum">
              <a:rPr lang="pl-PL" smtClean="0"/>
              <a:t>‹#›</a:t>
            </a:fld>
            <a:endParaRPr lang="pl-PL"/>
          </a:p>
        </p:txBody>
      </p:sp>
    </p:spTree>
    <p:extLst>
      <p:ext uri="{BB962C8B-B14F-4D97-AF65-F5344CB8AC3E}">
        <p14:creationId xmlns:p14="http://schemas.microsoft.com/office/powerpoint/2010/main" val="356868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package" Target="../embeddings/Microsoft_Excel_Worksheet2.xlsx"/></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i zawartość">
    <p:bg>
      <p:bgPr>
        <a:solidFill>
          <a:srgbClr val="003767"/>
        </a:solidFill>
        <a:effectLst/>
      </p:bgPr>
    </p:bg>
    <p:spTree>
      <p:nvGrpSpPr>
        <p:cNvPr id="1" name=""/>
        <p:cNvGrpSpPr/>
        <p:nvPr/>
      </p:nvGrpSpPr>
      <p:grpSpPr>
        <a:xfrm>
          <a:off x="0" y="0"/>
          <a:ext cx="0" cy="0"/>
          <a:chOff x="0" y="0"/>
          <a:chExt cx="0" cy="0"/>
        </a:xfrm>
      </p:grpSpPr>
      <p:pic>
        <p:nvPicPr>
          <p:cNvPr id="14" name="Obraz 13" descr="pg_logo_bialy.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63925" y="1595000"/>
            <a:ext cx="2247641" cy="1625600"/>
          </a:xfrm>
          <a:prstGeom prst="rect">
            <a:avLst/>
          </a:prstGeom>
        </p:spPr>
      </p:pic>
      <p:sp>
        <p:nvSpPr>
          <p:cNvPr id="12" name="Tytuł 1"/>
          <p:cNvSpPr>
            <a:spLocks noGrp="1"/>
          </p:cNvSpPr>
          <p:nvPr>
            <p:ph type="title"/>
          </p:nvPr>
        </p:nvSpPr>
        <p:spPr>
          <a:xfrm>
            <a:off x="1807200" y="4406900"/>
            <a:ext cx="5565600" cy="1362075"/>
          </a:xfrm>
        </p:spPr>
        <p:txBody>
          <a:bodyPr anchor="t">
            <a:normAutofit/>
          </a:bodyPr>
          <a:lstStyle>
            <a:lvl1pPr algn="ctr">
              <a:defRPr sz="2600" b="0" cap="none"/>
            </a:lvl1pPr>
          </a:lstStyle>
          <a:p>
            <a:r>
              <a:rPr lang="pl-PL" dirty="0"/>
              <a:t>Kliknij, aby edytować styl</a:t>
            </a:r>
          </a:p>
        </p:txBody>
      </p:sp>
      <p:sp>
        <p:nvSpPr>
          <p:cNvPr id="9" name="Symbol zastępczy tekstu 8"/>
          <p:cNvSpPr>
            <a:spLocks noGrp="1"/>
          </p:cNvSpPr>
          <p:nvPr>
            <p:ph type="body" sz="quarter" idx="10"/>
          </p:nvPr>
        </p:nvSpPr>
        <p:spPr>
          <a:xfrm>
            <a:off x="1807201" y="5615473"/>
            <a:ext cx="5565600" cy="355478"/>
          </a:xfrm>
        </p:spPr>
        <p:txBody>
          <a:bodyPr>
            <a:normAutofit/>
          </a:bodyPr>
          <a:lstStyle>
            <a:lvl1pPr marL="0" indent="0" algn="ctr">
              <a:buNone/>
              <a:defRPr sz="1200">
                <a:latin typeface="+mj-lt"/>
              </a:defRPr>
            </a:lvl1pPr>
          </a:lstStyle>
          <a:p>
            <a:pPr lvl="0"/>
            <a:r>
              <a:rPr lang="pl-PL" dirty="0"/>
              <a:t>Kliknij, aby edytować style wzorca tekstu</a:t>
            </a:r>
          </a:p>
        </p:txBody>
      </p:sp>
    </p:spTree>
    <p:extLst>
      <p:ext uri="{BB962C8B-B14F-4D97-AF65-F5344CB8AC3E}">
        <p14:creationId xmlns:p14="http://schemas.microsoft.com/office/powerpoint/2010/main" val="32172264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sp>
        <p:nvSpPr>
          <p:cNvPr id="3" name="Podtytuł 2"/>
          <p:cNvSpPr>
            <a:spLocks noGrp="1"/>
          </p:cNvSpPr>
          <p:nvPr>
            <p:ph type="subTitle" idx="1" hasCustomPrompt="1"/>
          </p:nvPr>
        </p:nvSpPr>
        <p:spPr>
          <a:xfrm>
            <a:off x="1143000" y="2817298"/>
            <a:ext cx="6858000" cy="1655762"/>
          </a:xfrm>
        </p:spPr>
        <p:txBody>
          <a:bodyPr>
            <a:normAutofit/>
          </a:bodyPr>
          <a:lstStyle>
            <a:lvl1pPr marL="285750" indent="-285750" algn="l">
              <a:buClr>
                <a:srgbClr val="E31B23"/>
              </a:buClr>
              <a:buFont typeface="Wingdings" panose="05000000000000000000" pitchFamily="2" charset="2"/>
              <a:buChar char="§"/>
              <a:defRPr sz="1600" b="1" baseline="0">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dirty="0"/>
              <a:t>Kliknij, aby edytować styl wzorca tekstu</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ytuł 1"/>
          <p:cNvSpPr txBox="1">
            <a:spLocks/>
          </p:cNvSpPr>
          <p:nvPr userDrawn="1"/>
        </p:nvSpPr>
        <p:spPr>
          <a:xfrm>
            <a:off x="0" y="1431395"/>
            <a:ext cx="9144000" cy="794956"/>
          </a:xfrm>
          <a:prstGeom prst="rect">
            <a:avLst/>
          </a:prstGeom>
          <a:solidFill>
            <a:srgbClr val="E31B23"/>
          </a:solidFill>
        </p:spPr>
        <p:txBody>
          <a:bodyPr vert="horz" lIns="828000" tIns="252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endParaRPr lang="pl-PL" sz="1800" dirty="0">
              <a:solidFill>
                <a:schemeClr val="bg1"/>
              </a:solidFill>
            </a:endParaRPr>
          </a:p>
        </p:txBody>
      </p:sp>
      <p:sp>
        <p:nvSpPr>
          <p:cNvPr id="6" name="Symbol zastępczy tekstu 5"/>
          <p:cNvSpPr>
            <a:spLocks noGrp="1"/>
          </p:cNvSpPr>
          <p:nvPr>
            <p:ph type="body" sz="quarter" idx="10"/>
          </p:nvPr>
        </p:nvSpPr>
        <p:spPr>
          <a:xfrm>
            <a:off x="523021" y="1687760"/>
            <a:ext cx="4189412" cy="406715"/>
          </a:xfrm>
        </p:spPr>
        <p:txBody>
          <a:bodyPr>
            <a:normAutofit/>
          </a:bodyPr>
          <a:lstStyle>
            <a:lvl1pPr marL="0" indent="0">
              <a:buNone/>
              <a:defRPr lang="pl-PL" sz="1800" b="1" dirty="0">
                <a:solidFill>
                  <a:schemeClr val="bg1"/>
                </a:solidFill>
                <a:latin typeface="Arial" panose="020B0604020202020204" pitchFamily="34" charset="0"/>
                <a:cs typeface="Arial" panose="020B0604020202020204" pitchFamily="34" charset="0"/>
              </a:defRPr>
            </a:lvl1pPr>
          </a:lstStyle>
          <a:p>
            <a:pPr lvl="0"/>
            <a:r>
              <a:rPr lang="pl-PL" dirty="0"/>
              <a:t>Kliknij, aby edytować style</a:t>
            </a:r>
          </a:p>
        </p:txBody>
      </p:sp>
    </p:spTree>
    <p:extLst>
      <p:ext uri="{BB962C8B-B14F-4D97-AF65-F5344CB8AC3E}">
        <p14:creationId xmlns:p14="http://schemas.microsoft.com/office/powerpoint/2010/main" val="3883729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wa elementy zawartości">
    <p:spTree>
      <p:nvGrpSpPr>
        <p:cNvPr id="1" name=""/>
        <p:cNvGrpSpPr/>
        <p:nvPr/>
      </p:nvGrpSpPr>
      <p:grpSpPr>
        <a:xfrm>
          <a:off x="0" y="0"/>
          <a:ext cx="0" cy="0"/>
          <a:chOff x="0" y="0"/>
          <a:chExt cx="0" cy="0"/>
        </a:xfrm>
      </p:grpSpPr>
      <p:sp>
        <p:nvSpPr>
          <p:cNvPr id="11"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12"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Wykres 27"/>
          <p:cNvGraphicFramePr/>
          <p:nvPr userDrawn="1">
            <p:extLst>
              <p:ext uri="{D42A27DB-BD31-4B8C-83A1-F6EECF244321}">
                <p14:modId xmlns:p14="http://schemas.microsoft.com/office/powerpoint/2010/main" val="4085736609"/>
              </p:ext>
            </p:extLst>
          </p:nvPr>
        </p:nvGraphicFramePr>
        <p:xfrm>
          <a:off x="772824" y="2534934"/>
          <a:ext cx="7674489" cy="3473671"/>
        </p:xfrm>
        <a:graphic>
          <a:graphicData uri="http://schemas.openxmlformats.org/drawingml/2006/chart">
            <c:chart xmlns:c="http://schemas.openxmlformats.org/drawingml/2006/chart" xmlns:r="http://schemas.openxmlformats.org/officeDocument/2006/relationships" r:id="rId3"/>
          </a:graphicData>
        </a:graphic>
      </p:graphicFrame>
      <p:sp>
        <p:nvSpPr>
          <p:cNvPr id="6"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r>
              <a:rPr lang="pl-PL" sz="1800" b="1" dirty="0">
                <a:solidFill>
                  <a:schemeClr val="bg1"/>
                </a:solidFill>
                <a:latin typeface="Arial" panose="020B0604020202020204" pitchFamily="34" charset="0"/>
                <a:cs typeface="Arial" panose="020B0604020202020204" pitchFamily="34" charset="0"/>
              </a:rPr>
              <a:t>Kliknij, aby edytować styl</a:t>
            </a:r>
          </a:p>
        </p:txBody>
      </p:sp>
    </p:spTree>
    <p:extLst>
      <p:ext uri="{BB962C8B-B14F-4D97-AF65-F5344CB8AC3E}">
        <p14:creationId xmlns:p14="http://schemas.microsoft.com/office/powerpoint/2010/main" val="387905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wa elementy zawartości">
    <p:spTree>
      <p:nvGrpSpPr>
        <p:cNvPr id="1" name=""/>
        <p:cNvGrpSpPr/>
        <p:nvPr/>
      </p:nvGrpSpPr>
      <p:grpSpPr>
        <a:xfrm>
          <a:off x="0" y="0"/>
          <a:ext cx="0" cy="0"/>
          <a:chOff x="0" y="0"/>
          <a:chExt cx="0" cy="0"/>
        </a:xfrm>
      </p:grpSpPr>
      <p:sp>
        <p:nvSpPr>
          <p:cNvPr id="11"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12"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endParaRPr lang="pl-PL" sz="1800" dirty="0">
              <a:solidFill>
                <a:schemeClr val="bg1"/>
              </a:solidFill>
            </a:endParaRPr>
          </a:p>
        </p:txBody>
      </p:sp>
      <p:graphicFrame>
        <p:nvGraphicFramePr>
          <p:cNvPr id="5" name="Wykres 4"/>
          <p:cNvGraphicFramePr/>
          <p:nvPr userDrawn="1">
            <p:extLst>
              <p:ext uri="{D42A27DB-BD31-4B8C-83A1-F6EECF244321}">
                <p14:modId xmlns:p14="http://schemas.microsoft.com/office/powerpoint/2010/main" val="173845463"/>
              </p:ext>
            </p:extLst>
          </p:nvPr>
        </p:nvGraphicFramePr>
        <p:xfrm>
          <a:off x="475666" y="2606400"/>
          <a:ext cx="4449600" cy="2966400"/>
        </p:xfrm>
        <a:graphic>
          <a:graphicData uri="http://schemas.openxmlformats.org/drawingml/2006/chart">
            <c:chart xmlns:c="http://schemas.openxmlformats.org/drawingml/2006/chart" xmlns:r="http://schemas.openxmlformats.org/officeDocument/2006/relationships" r:id="rId3"/>
          </a:graphicData>
        </a:graphic>
      </p:graphicFrame>
      <p:sp>
        <p:nvSpPr>
          <p:cNvPr id="3" name="Symbol zastępczy wykresu 2"/>
          <p:cNvSpPr>
            <a:spLocks noGrp="1"/>
          </p:cNvSpPr>
          <p:nvPr>
            <p:ph type="chart" sz="quarter" idx="10"/>
          </p:nvPr>
        </p:nvSpPr>
        <p:spPr>
          <a:xfrm>
            <a:off x="5435600" y="2254250"/>
            <a:ext cx="3514725" cy="3059113"/>
          </a:xfrm>
        </p:spPr>
        <p:txBody>
          <a:bodyPr/>
          <a:lstStyle>
            <a:lvl1pPr>
              <a:defRPr>
                <a:latin typeface="Arial" panose="020B0604020202020204" pitchFamily="34" charset="0"/>
                <a:cs typeface="Arial" panose="020B0604020202020204" pitchFamily="34" charset="0"/>
              </a:defRPr>
            </a:lvl1pPr>
          </a:lstStyle>
          <a:p>
            <a:endParaRPr lang="pl-PL" dirty="0"/>
          </a:p>
        </p:txBody>
      </p:sp>
      <p:sp>
        <p:nvSpPr>
          <p:cNvPr id="9" name="Symbol zastępczy tekstu 5"/>
          <p:cNvSpPr>
            <a:spLocks noGrp="1"/>
          </p:cNvSpPr>
          <p:nvPr>
            <p:ph type="body" sz="quarter" idx="11"/>
          </p:nvPr>
        </p:nvSpPr>
        <p:spPr>
          <a:xfrm>
            <a:off x="523021" y="1476742"/>
            <a:ext cx="4189412" cy="406715"/>
          </a:xfrm>
        </p:spPr>
        <p:txBody>
          <a:bodyPr>
            <a:normAutofit/>
          </a:bodyPr>
          <a:lstStyle>
            <a:lvl1pPr marL="0" indent="0">
              <a:buNone/>
              <a:defRPr lang="pl-PL" sz="1800" b="1" dirty="0">
                <a:solidFill>
                  <a:schemeClr val="bg1"/>
                </a:solidFill>
                <a:latin typeface="Arial" panose="020B0604020202020204" pitchFamily="34" charset="0"/>
                <a:cs typeface="Arial" panose="020B0604020202020204" pitchFamily="34" charset="0"/>
              </a:defRPr>
            </a:lvl1pPr>
          </a:lstStyle>
          <a:p>
            <a:pPr lvl="0"/>
            <a:r>
              <a:rPr lang="pl-PL" dirty="0"/>
              <a:t>Kliknij, aby edytować style</a:t>
            </a:r>
          </a:p>
        </p:txBody>
      </p:sp>
    </p:spTree>
    <p:extLst>
      <p:ext uri="{BB962C8B-B14F-4D97-AF65-F5344CB8AC3E}">
        <p14:creationId xmlns:p14="http://schemas.microsoft.com/office/powerpoint/2010/main" val="4099841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wa elementy zawartości">
    <p:spTree>
      <p:nvGrpSpPr>
        <p:cNvPr id="1" name=""/>
        <p:cNvGrpSpPr/>
        <p:nvPr/>
      </p:nvGrpSpPr>
      <p:grpSpPr>
        <a:xfrm>
          <a:off x="0" y="0"/>
          <a:ext cx="0" cy="0"/>
          <a:chOff x="0" y="0"/>
          <a:chExt cx="0" cy="0"/>
        </a:xfrm>
      </p:grpSpPr>
      <p:sp>
        <p:nvSpPr>
          <p:cNvPr id="11"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12"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endParaRPr lang="pl-PL" sz="1800" dirty="0">
              <a:solidFill>
                <a:schemeClr val="bg1"/>
              </a:solidFill>
            </a:endParaRPr>
          </a:p>
        </p:txBody>
      </p:sp>
      <p:sp>
        <p:nvSpPr>
          <p:cNvPr id="3" name="Symbol zastępczy wykresu 2"/>
          <p:cNvSpPr>
            <a:spLocks noGrp="1"/>
          </p:cNvSpPr>
          <p:nvPr>
            <p:ph type="chart" sz="quarter" idx="10"/>
          </p:nvPr>
        </p:nvSpPr>
        <p:spPr>
          <a:xfrm>
            <a:off x="887865" y="2704770"/>
            <a:ext cx="3514725" cy="3059113"/>
          </a:xfrm>
        </p:spPr>
        <p:txBody>
          <a:bodyPr/>
          <a:lstStyle>
            <a:lvl1pPr>
              <a:defRPr>
                <a:latin typeface="Arial" panose="020B0604020202020204" pitchFamily="34" charset="0"/>
                <a:cs typeface="Arial" panose="020B0604020202020204" pitchFamily="34" charset="0"/>
              </a:defRPr>
            </a:lvl1pPr>
          </a:lstStyle>
          <a:p>
            <a:endParaRPr lang="pl-PL" dirty="0"/>
          </a:p>
        </p:txBody>
      </p:sp>
      <p:sp>
        <p:nvSpPr>
          <p:cNvPr id="9" name="Symbol zastępczy tekstu 5"/>
          <p:cNvSpPr>
            <a:spLocks noGrp="1"/>
          </p:cNvSpPr>
          <p:nvPr>
            <p:ph type="body" sz="quarter" idx="11"/>
          </p:nvPr>
        </p:nvSpPr>
        <p:spPr>
          <a:xfrm>
            <a:off x="523021" y="1476742"/>
            <a:ext cx="4189412" cy="406715"/>
          </a:xfrm>
        </p:spPr>
        <p:txBody>
          <a:bodyPr>
            <a:normAutofit/>
          </a:bodyPr>
          <a:lstStyle>
            <a:lvl1pPr marL="0" indent="0">
              <a:buNone/>
              <a:defRPr lang="pl-PL" sz="1800" b="1" dirty="0">
                <a:solidFill>
                  <a:schemeClr val="bg1"/>
                </a:solidFill>
                <a:latin typeface="Arial" panose="020B0604020202020204" pitchFamily="34" charset="0"/>
                <a:cs typeface="Arial" panose="020B0604020202020204" pitchFamily="34" charset="0"/>
              </a:defRPr>
            </a:lvl1pPr>
          </a:lstStyle>
          <a:p>
            <a:pPr lvl="0"/>
            <a:r>
              <a:rPr lang="pl-PL" dirty="0"/>
              <a:t>Kliknij, aby edytować style</a:t>
            </a:r>
          </a:p>
        </p:txBody>
      </p:sp>
    </p:spTree>
    <p:extLst>
      <p:ext uri="{BB962C8B-B14F-4D97-AF65-F5344CB8AC3E}">
        <p14:creationId xmlns:p14="http://schemas.microsoft.com/office/powerpoint/2010/main" val="83381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wa elementy zawartości">
    <p:spTree>
      <p:nvGrpSpPr>
        <p:cNvPr id="1" name=""/>
        <p:cNvGrpSpPr/>
        <p:nvPr/>
      </p:nvGrpSpPr>
      <p:grpSpPr>
        <a:xfrm>
          <a:off x="0" y="0"/>
          <a:ext cx="0" cy="0"/>
          <a:chOff x="0" y="0"/>
          <a:chExt cx="0" cy="0"/>
        </a:xfrm>
      </p:grpSpPr>
      <p:sp>
        <p:nvSpPr>
          <p:cNvPr id="11"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12" name="Obraz 2" descr="Bez nazwy-10.pdf"/>
          <p:cNvPicPr>
            <a:picLocks noChangeAspect="1"/>
          </p:cNvPicPr>
          <p:nvPr userDrawn="1"/>
        </p:nvPicPr>
        <p:blipFill rotWithShape="1">
          <a:blip r:embed="rId3">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Obiekt 6"/>
          <p:cNvGraphicFramePr>
            <a:graphicFrameLocks noChangeAspect="1"/>
          </p:cNvGraphicFramePr>
          <p:nvPr userDrawn="1">
            <p:extLst>
              <p:ext uri="{D42A27DB-BD31-4B8C-83A1-F6EECF244321}">
                <p14:modId xmlns:p14="http://schemas.microsoft.com/office/powerpoint/2010/main" val="1323268196"/>
              </p:ext>
            </p:extLst>
          </p:nvPr>
        </p:nvGraphicFramePr>
        <p:xfrm>
          <a:off x="841375" y="2517775"/>
          <a:ext cx="4719638" cy="2012950"/>
        </p:xfrm>
        <a:graphic>
          <a:graphicData uri="http://schemas.openxmlformats.org/presentationml/2006/ole">
            <mc:AlternateContent xmlns:mc="http://schemas.openxmlformats.org/markup-compatibility/2006">
              <mc:Choice xmlns:v="urn:schemas-microsoft-com:vml" Requires="v">
                <p:oleObj spid="_x0000_s1203" name="Arkusz" r:id="rId4" imgW="3057635" imgH="1304857" progId="Excel.Sheet.12">
                  <p:embed/>
                </p:oleObj>
              </mc:Choice>
              <mc:Fallback>
                <p:oleObj name="Arkusz" r:id="rId4" imgW="3057635" imgH="1304857" progId="Excel.Sheet.12">
                  <p:embed/>
                  <p:pic>
                    <p:nvPicPr>
                      <p:cNvPr id="0" name=""/>
                      <p:cNvPicPr/>
                      <p:nvPr/>
                    </p:nvPicPr>
                    <p:blipFill>
                      <a:blip r:embed="rId5"/>
                      <a:stretch>
                        <a:fillRect/>
                      </a:stretch>
                    </p:blipFill>
                    <p:spPr>
                      <a:xfrm>
                        <a:off x="841375" y="2517775"/>
                        <a:ext cx="4719638" cy="2012950"/>
                      </a:xfrm>
                      <a:prstGeom prst="rect">
                        <a:avLst/>
                      </a:prstGeom>
                      <a:solidFill>
                        <a:schemeClr val="bg1"/>
                      </a:solidFill>
                      <a:ln>
                        <a:solidFill>
                          <a:srgbClr val="003767"/>
                        </a:solidFill>
                      </a:ln>
                    </p:spPr>
                  </p:pic>
                </p:oleObj>
              </mc:Fallback>
            </mc:AlternateContent>
          </a:graphicData>
        </a:graphic>
      </p:graphicFrame>
      <p:sp>
        <p:nvSpPr>
          <p:cNvPr id="13"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r>
              <a:rPr lang="pl-PL" sz="1800" b="1" dirty="0">
                <a:solidFill>
                  <a:schemeClr val="bg1"/>
                </a:solidFill>
                <a:latin typeface="Arial" panose="020B0604020202020204" pitchFamily="34" charset="0"/>
                <a:cs typeface="Arial" panose="020B0604020202020204" pitchFamily="34" charset="0"/>
              </a:rPr>
              <a:t>Kliknij, aby edytować styl</a:t>
            </a:r>
          </a:p>
        </p:txBody>
      </p:sp>
      <p:pic>
        <p:nvPicPr>
          <p:cNvPr id="14" name="Obraz 13"/>
          <p:cNvPicPr>
            <a:picLocks noChangeAspect="1"/>
          </p:cNvPicPr>
          <p:nvPr userDrawn="1"/>
        </p:nvPicPr>
        <p:blipFill>
          <a:blip r:embed="rId6"/>
          <a:stretch>
            <a:fillRect/>
          </a:stretch>
        </p:blipFill>
        <p:spPr>
          <a:xfrm>
            <a:off x="0" y="0"/>
            <a:ext cx="2950720" cy="493819"/>
          </a:xfrm>
          <a:prstGeom prst="rect">
            <a:avLst/>
          </a:prstGeom>
        </p:spPr>
      </p:pic>
    </p:spTree>
    <p:extLst>
      <p:ext uri="{BB962C8B-B14F-4D97-AF65-F5344CB8AC3E}">
        <p14:creationId xmlns:p14="http://schemas.microsoft.com/office/powerpoint/2010/main" val="2768174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Dwa elementy zawartości">
    <p:spTree>
      <p:nvGrpSpPr>
        <p:cNvPr id="1" name=""/>
        <p:cNvGrpSpPr/>
        <p:nvPr/>
      </p:nvGrpSpPr>
      <p:grpSpPr>
        <a:xfrm>
          <a:off x="0" y="0"/>
          <a:ext cx="0" cy="0"/>
          <a:chOff x="0" y="0"/>
          <a:chExt cx="0" cy="0"/>
        </a:xfrm>
      </p:grpSpPr>
      <p:sp>
        <p:nvSpPr>
          <p:cNvPr id="11"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12"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endParaRPr lang="pl-PL" sz="1800" dirty="0">
              <a:solidFill>
                <a:schemeClr val="bg1"/>
              </a:solidFill>
            </a:endParaRPr>
          </a:p>
        </p:txBody>
      </p:sp>
      <p:sp>
        <p:nvSpPr>
          <p:cNvPr id="9" name="Symbol zastępczy tekstu 5"/>
          <p:cNvSpPr>
            <a:spLocks noGrp="1"/>
          </p:cNvSpPr>
          <p:nvPr>
            <p:ph type="body" sz="quarter" idx="11"/>
          </p:nvPr>
        </p:nvSpPr>
        <p:spPr>
          <a:xfrm>
            <a:off x="523021" y="1476742"/>
            <a:ext cx="4189412" cy="406715"/>
          </a:xfrm>
        </p:spPr>
        <p:txBody>
          <a:bodyPr>
            <a:normAutofit/>
          </a:bodyPr>
          <a:lstStyle>
            <a:lvl1pPr marL="0" indent="0">
              <a:buNone/>
              <a:defRPr lang="pl-PL" sz="1800" b="1" dirty="0">
                <a:solidFill>
                  <a:schemeClr val="bg1"/>
                </a:solidFill>
                <a:latin typeface="Arial" panose="020B0604020202020204" pitchFamily="34" charset="0"/>
                <a:cs typeface="Arial" panose="020B0604020202020204" pitchFamily="34" charset="0"/>
              </a:defRPr>
            </a:lvl1pPr>
          </a:lstStyle>
          <a:p>
            <a:pPr lvl="0"/>
            <a:r>
              <a:rPr lang="pl-PL" dirty="0"/>
              <a:t>Kliknij, aby edytować style</a:t>
            </a:r>
          </a:p>
        </p:txBody>
      </p:sp>
      <p:sp>
        <p:nvSpPr>
          <p:cNvPr id="4" name="Symbol zastępczy tabeli 3"/>
          <p:cNvSpPr>
            <a:spLocks noGrp="1"/>
          </p:cNvSpPr>
          <p:nvPr>
            <p:ph type="tbl" sz="quarter" idx="12"/>
          </p:nvPr>
        </p:nvSpPr>
        <p:spPr>
          <a:xfrm>
            <a:off x="523021" y="2368428"/>
            <a:ext cx="4602163" cy="3890962"/>
          </a:xfrm>
        </p:spPr>
        <p:txBody>
          <a:bodyPr/>
          <a:lstStyle>
            <a:lvl1pPr>
              <a:defRPr>
                <a:latin typeface="Arial" panose="020B0604020202020204" pitchFamily="34" charset="0"/>
                <a:cs typeface="Arial" panose="020B0604020202020204" pitchFamily="34" charset="0"/>
              </a:defRPr>
            </a:lvl1pPr>
          </a:lstStyle>
          <a:p>
            <a:endParaRPr lang="pl-PL" dirty="0"/>
          </a:p>
        </p:txBody>
      </p:sp>
    </p:spTree>
    <p:extLst>
      <p:ext uri="{BB962C8B-B14F-4D97-AF65-F5344CB8AC3E}">
        <p14:creationId xmlns:p14="http://schemas.microsoft.com/office/powerpoint/2010/main" val="265547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agłówek sekcji">
    <p:spTree>
      <p:nvGrpSpPr>
        <p:cNvPr id="1" name=""/>
        <p:cNvGrpSpPr/>
        <p:nvPr/>
      </p:nvGrpSpPr>
      <p:grpSpPr>
        <a:xfrm>
          <a:off x="0" y="0"/>
          <a:ext cx="0" cy="0"/>
          <a:chOff x="0" y="0"/>
          <a:chExt cx="0" cy="0"/>
        </a:xfrm>
      </p:grpSpPr>
      <p:sp>
        <p:nvSpPr>
          <p:cNvPr id="7"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odtytuł 2"/>
          <p:cNvSpPr>
            <a:spLocks noGrp="1"/>
          </p:cNvSpPr>
          <p:nvPr>
            <p:ph type="subTitle" idx="1" hasCustomPrompt="1"/>
          </p:nvPr>
        </p:nvSpPr>
        <p:spPr>
          <a:xfrm>
            <a:off x="1452900" y="2032438"/>
            <a:ext cx="6858000" cy="1655762"/>
          </a:xfrm>
        </p:spPr>
        <p:txBody>
          <a:bodyPr>
            <a:normAutofit/>
          </a:bodyPr>
          <a:lstStyle>
            <a:lvl1pPr marL="285750" indent="-285750" algn="l">
              <a:buClr>
                <a:srgbClr val="E31B23"/>
              </a:buClr>
              <a:buFont typeface="Wingdings" panose="05000000000000000000" pitchFamily="2" charset="2"/>
              <a:buChar char="§"/>
              <a:defRPr sz="1600" b="1">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dirty="0"/>
              <a:t>Kliknij, aby edytować styl wzorca tekstu</a:t>
            </a:r>
          </a:p>
        </p:txBody>
      </p:sp>
      <p:sp>
        <p:nvSpPr>
          <p:cNvPr id="2" name="Prostokąt 1"/>
          <p:cNvSpPr/>
          <p:nvPr userDrawn="1"/>
        </p:nvSpPr>
        <p:spPr>
          <a:xfrm>
            <a:off x="0" y="4612935"/>
            <a:ext cx="2959200" cy="22510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p:cNvSpPr/>
          <p:nvPr userDrawn="1"/>
        </p:nvSpPr>
        <p:spPr>
          <a:xfrm>
            <a:off x="2959200" y="4612935"/>
            <a:ext cx="3254400" cy="22462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p:cNvSpPr/>
          <p:nvPr userDrawn="1"/>
        </p:nvSpPr>
        <p:spPr>
          <a:xfrm>
            <a:off x="6213600" y="4615266"/>
            <a:ext cx="2920390" cy="22462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Tytuł 1"/>
          <p:cNvSpPr txBox="1">
            <a:spLocks/>
          </p:cNvSpPr>
          <p:nvPr userDrawn="1"/>
        </p:nvSpPr>
        <p:spPr>
          <a:xfrm>
            <a:off x="714013" y="5548002"/>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
        <p:nvSpPr>
          <p:cNvPr id="16" name="Tytuł 1"/>
          <p:cNvSpPr txBox="1">
            <a:spLocks/>
          </p:cNvSpPr>
          <p:nvPr userDrawn="1"/>
        </p:nvSpPr>
        <p:spPr>
          <a:xfrm>
            <a:off x="3968413" y="5548002"/>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
        <p:nvSpPr>
          <p:cNvPr id="17" name="Tytuł 1"/>
          <p:cNvSpPr txBox="1">
            <a:spLocks/>
          </p:cNvSpPr>
          <p:nvPr userDrawn="1"/>
        </p:nvSpPr>
        <p:spPr>
          <a:xfrm>
            <a:off x="7105812" y="5548002"/>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Tree>
    <p:extLst>
      <p:ext uri="{BB962C8B-B14F-4D97-AF65-F5344CB8AC3E}">
        <p14:creationId xmlns:p14="http://schemas.microsoft.com/office/powerpoint/2010/main" val="95473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Nagłówek sekcji">
    <p:spTree>
      <p:nvGrpSpPr>
        <p:cNvPr id="1" name=""/>
        <p:cNvGrpSpPr/>
        <p:nvPr/>
      </p:nvGrpSpPr>
      <p:grpSpPr>
        <a:xfrm>
          <a:off x="0" y="0"/>
          <a:ext cx="0" cy="0"/>
          <a:chOff x="0" y="0"/>
          <a:chExt cx="0" cy="0"/>
        </a:xfrm>
      </p:grpSpPr>
      <p:sp>
        <p:nvSpPr>
          <p:cNvPr id="7"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odtytuł 2"/>
          <p:cNvSpPr>
            <a:spLocks noGrp="1"/>
          </p:cNvSpPr>
          <p:nvPr>
            <p:ph type="subTitle" idx="1" hasCustomPrompt="1"/>
          </p:nvPr>
        </p:nvSpPr>
        <p:spPr>
          <a:xfrm>
            <a:off x="3298824" y="1630249"/>
            <a:ext cx="5012075" cy="2057951"/>
          </a:xfrm>
        </p:spPr>
        <p:txBody>
          <a:bodyPr>
            <a:normAutofit/>
          </a:bodyPr>
          <a:lstStyle>
            <a:lvl1pPr marL="285750" indent="-285750" algn="l">
              <a:buClr>
                <a:srgbClr val="E31B23"/>
              </a:buClr>
              <a:buFont typeface="Wingdings" panose="05000000000000000000" pitchFamily="2" charset="2"/>
              <a:buChar char="§"/>
              <a:defRPr sz="1600" b="1">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dirty="0"/>
              <a:t>Kliknij, aby edytować styl wzorca tekstu</a:t>
            </a:r>
          </a:p>
        </p:txBody>
      </p:sp>
      <p:sp>
        <p:nvSpPr>
          <p:cNvPr id="2" name="Prostokąt 1"/>
          <p:cNvSpPr/>
          <p:nvPr userDrawn="1"/>
        </p:nvSpPr>
        <p:spPr>
          <a:xfrm>
            <a:off x="0" y="4310743"/>
            <a:ext cx="2959200" cy="255326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p:cNvSpPr/>
          <p:nvPr userDrawn="1"/>
        </p:nvSpPr>
        <p:spPr>
          <a:xfrm>
            <a:off x="0" y="1630249"/>
            <a:ext cx="2959200" cy="268049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Tytuł 1"/>
          <p:cNvSpPr txBox="1">
            <a:spLocks/>
          </p:cNvSpPr>
          <p:nvPr userDrawn="1"/>
        </p:nvSpPr>
        <p:spPr>
          <a:xfrm>
            <a:off x="714013" y="5548002"/>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
        <p:nvSpPr>
          <p:cNvPr id="16" name="Tytuł 1"/>
          <p:cNvSpPr txBox="1">
            <a:spLocks/>
          </p:cNvSpPr>
          <p:nvPr userDrawn="1"/>
        </p:nvSpPr>
        <p:spPr>
          <a:xfrm>
            <a:off x="714013" y="2714175"/>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Tree>
    <p:extLst>
      <p:ext uri="{BB962C8B-B14F-4D97-AF65-F5344CB8AC3E}">
        <p14:creationId xmlns:p14="http://schemas.microsoft.com/office/powerpoint/2010/main" val="116443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Nagłówek sekcji">
    <p:spTree>
      <p:nvGrpSpPr>
        <p:cNvPr id="1" name=""/>
        <p:cNvGrpSpPr/>
        <p:nvPr/>
      </p:nvGrpSpPr>
      <p:grpSpPr>
        <a:xfrm>
          <a:off x="0" y="0"/>
          <a:ext cx="0" cy="0"/>
          <a:chOff x="0" y="0"/>
          <a:chExt cx="0" cy="0"/>
        </a:xfrm>
      </p:grpSpPr>
      <p:sp>
        <p:nvSpPr>
          <p:cNvPr id="7"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odtytuł 2"/>
          <p:cNvSpPr>
            <a:spLocks noGrp="1"/>
          </p:cNvSpPr>
          <p:nvPr>
            <p:ph type="subTitle" idx="1" hasCustomPrompt="1"/>
          </p:nvPr>
        </p:nvSpPr>
        <p:spPr>
          <a:xfrm>
            <a:off x="747486" y="2618438"/>
            <a:ext cx="4486914" cy="1655762"/>
          </a:xfrm>
        </p:spPr>
        <p:txBody>
          <a:bodyPr>
            <a:normAutofit/>
          </a:bodyPr>
          <a:lstStyle>
            <a:lvl1pPr marL="285750" indent="-285750" algn="l">
              <a:buClr>
                <a:srgbClr val="E31B23"/>
              </a:buClr>
              <a:buFont typeface="Wingdings" panose="05000000000000000000" pitchFamily="2" charset="2"/>
              <a:buChar char="§"/>
              <a:defRPr sz="1600" b="1">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dirty="0"/>
              <a:t>Kliknij, aby edytować styl wzorca tekstu</a:t>
            </a:r>
          </a:p>
        </p:txBody>
      </p:sp>
      <p:sp>
        <p:nvSpPr>
          <p:cNvPr id="2" name="Prostokąt 1"/>
          <p:cNvSpPr/>
          <p:nvPr userDrawn="1"/>
        </p:nvSpPr>
        <p:spPr>
          <a:xfrm>
            <a:off x="5457370" y="1490510"/>
            <a:ext cx="3686629" cy="26350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p:cNvSpPr/>
          <p:nvPr userDrawn="1"/>
        </p:nvSpPr>
        <p:spPr>
          <a:xfrm>
            <a:off x="5457370" y="4125600"/>
            <a:ext cx="3676620" cy="273587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Tytuł 1"/>
          <p:cNvSpPr txBox="1">
            <a:spLocks/>
          </p:cNvSpPr>
          <p:nvPr userDrawn="1"/>
        </p:nvSpPr>
        <p:spPr>
          <a:xfrm>
            <a:off x="6682696" y="2578682"/>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
        <p:nvSpPr>
          <p:cNvPr id="17" name="Tytuł 1"/>
          <p:cNvSpPr txBox="1">
            <a:spLocks/>
          </p:cNvSpPr>
          <p:nvPr userDrawn="1"/>
        </p:nvSpPr>
        <p:spPr>
          <a:xfrm>
            <a:off x="6677692" y="5337141"/>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Arial" panose="020B0604020202020204" pitchFamily="34" charset="0"/>
                <a:cs typeface="Arial" panose="020B0604020202020204" pitchFamily="34" charset="0"/>
              </a:rPr>
              <a:t>foto</a:t>
            </a:r>
          </a:p>
        </p:txBody>
      </p:sp>
      <p:sp>
        <p:nvSpPr>
          <p:cNvPr id="21" name="Tytuł 1"/>
          <p:cNvSpPr txBox="1">
            <a:spLocks/>
          </p:cNvSpPr>
          <p:nvPr userDrawn="1"/>
        </p:nvSpPr>
        <p:spPr>
          <a:xfrm>
            <a:off x="0" y="1490510"/>
            <a:ext cx="5457369"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r>
              <a:rPr lang="pl-PL" sz="1800" b="1" dirty="0">
                <a:solidFill>
                  <a:schemeClr val="bg1"/>
                </a:solidFill>
                <a:latin typeface="Arial" panose="020B0604020202020204" pitchFamily="34" charset="0"/>
                <a:cs typeface="Arial" panose="020B0604020202020204" pitchFamily="34" charset="0"/>
              </a:rPr>
              <a:t>Kliknij, aby edytować styl</a:t>
            </a:r>
          </a:p>
        </p:txBody>
      </p:sp>
    </p:spTree>
    <p:extLst>
      <p:ext uri="{BB962C8B-B14F-4D97-AF65-F5344CB8AC3E}">
        <p14:creationId xmlns:p14="http://schemas.microsoft.com/office/powerpoint/2010/main" val="2357733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Nagłówek sekcji">
    <p:spTree>
      <p:nvGrpSpPr>
        <p:cNvPr id="1" name=""/>
        <p:cNvGrpSpPr/>
        <p:nvPr/>
      </p:nvGrpSpPr>
      <p:grpSpPr>
        <a:xfrm>
          <a:off x="0" y="0"/>
          <a:ext cx="0" cy="0"/>
          <a:chOff x="0" y="0"/>
          <a:chExt cx="0" cy="0"/>
        </a:xfrm>
      </p:grpSpPr>
      <p:sp>
        <p:nvSpPr>
          <p:cNvPr id="7" name="Tytuł 1"/>
          <p:cNvSpPr>
            <a:spLocks noGrp="1"/>
          </p:cNvSpPr>
          <p:nvPr>
            <p:ph type="ctrTitle"/>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Kliknij, aby edytować styl</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odtytuł 2"/>
          <p:cNvSpPr>
            <a:spLocks noGrp="1"/>
          </p:cNvSpPr>
          <p:nvPr>
            <p:ph type="subTitle" idx="1" hasCustomPrompt="1"/>
          </p:nvPr>
        </p:nvSpPr>
        <p:spPr>
          <a:xfrm>
            <a:off x="747486" y="2618438"/>
            <a:ext cx="4486914" cy="1655762"/>
          </a:xfrm>
        </p:spPr>
        <p:txBody>
          <a:bodyPr>
            <a:normAutofit/>
          </a:bodyPr>
          <a:lstStyle>
            <a:lvl1pPr marL="285750" indent="-285750" algn="l">
              <a:buClr>
                <a:srgbClr val="E31B23"/>
              </a:buClr>
              <a:buFont typeface="Wingdings" panose="05000000000000000000" pitchFamily="2" charset="2"/>
              <a:buChar char="§"/>
              <a:defRPr sz="1600" b="1">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dirty="0"/>
              <a:t>Kliknij, aby edytować styl wzorca tekstu</a:t>
            </a:r>
          </a:p>
        </p:txBody>
      </p:sp>
      <p:sp>
        <p:nvSpPr>
          <p:cNvPr id="17" name="Tytuł 1"/>
          <p:cNvSpPr txBox="1">
            <a:spLocks/>
          </p:cNvSpPr>
          <p:nvPr userDrawn="1"/>
        </p:nvSpPr>
        <p:spPr>
          <a:xfrm>
            <a:off x="6677692" y="5337141"/>
            <a:ext cx="1235975" cy="281637"/>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pPr algn="ctr"/>
            <a:r>
              <a:rPr lang="pl-PL" sz="1200" dirty="0">
                <a:latin typeface="+mn-lt"/>
              </a:rPr>
              <a:t>foto</a:t>
            </a:r>
          </a:p>
        </p:txBody>
      </p:sp>
      <p:sp>
        <p:nvSpPr>
          <p:cNvPr id="10" name="Tytuł 1"/>
          <p:cNvSpPr txBox="1">
            <a:spLocks/>
          </p:cNvSpPr>
          <p:nvPr userDrawn="1"/>
        </p:nvSpPr>
        <p:spPr>
          <a:xfrm>
            <a:off x="0" y="1439141"/>
            <a:ext cx="5290457" cy="457107"/>
          </a:xfrm>
          <a:prstGeom prst="rect">
            <a:avLst/>
          </a:prstGeom>
          <a:solidFill>
            <a:srgbClr val="E31B23"/>
          </a:solidFill>
        </p:spPr>
        <p:txBody>
          <a:bodyPr vert="horz" lIns="828000" tIns="108000" rIns="91440" bIns="45720" rtlCol="0" anchor="t">
            <a:noAutofit/>
          </a:bodyPr>
          <a:lstStyle>
            <a:lvl1pPr algn="l" defTabSz="685800" rtl="0" eaLnBrk="1" latinLnBrk="0" hangingPunct="1">
              <a:lnSpc>
                <a:spcPct val="90000"/>
              </a:lnSpc>
              <a:spcBef>
                <a:spcPct val="0"/>
              </a:spcBef>
              <a:buNone/>
              <a:defRPr sz="1600" kern="1200">
                <a:solidFill>
                  <a:schemeClr val="tx1"/>
                </a:solidFill>
                <a:latin typeface="+mj-lt"/>
                <a:ea typeface="+mj-ea"/>
                <a:cs typeface="+mj-cs"/>
              </a:defRPr>
            </a:lvl1pPr>
          </a:lstStyle>
          <a:p>
            <a:endParaRPr lang="pl-PL" sz="1800" dirty="0">
              <a:solidFill>
                <a:schemeClr val="bg1"/>
              </a:solidFill>
            </a:endParaRPr>
          </a:p>
        </p:txBody>
      </p:sp>
      <p:sp>
        <p:nvSpPr>
          <p:cNvPr id="11" name="Symbol zastępczy tekstu 5"/>
          <p:cNvSpPr>
            <a:spLocks noGrp="1"/>
          </p:cNvSpPr>
          <p:nvPr>
            <p:ph type="body" sz="quarter" idx="11"/>
          </p:nvPr>
        </p:nvSpPr>
        <p:spPr>
          <a:xfrm>
            <a:off x="523021" y="1476742"/>
            <a:ext cx="4189412" cy="406715"/>
          </a:xfrm>
        </p:spPr>
        <p:txBody>
          <a:bodyPr>
            <a:normAutofit/>
          </a:bodyPr>
          <a:lstStyle>
            <a:lvl1pPr marL="0" indent="0">
              <a:buNone/>
              <a:defRPr lang="pl-PL" sz="1800" b="1" dirty="0">
                <a:solidFill>
                  <a:schemeClr val="bg1"/>
                </a:solidFill>
                <a:latin typeface="Arial" panose="020B0604020202020204" pitchFamily="34" charset="0"/>
                <a:cs typeface="Arial" panose="020B0604020202020204" pitchFamily="34" charset="0"/>
              </a:defRPr>
            </a:lvl1pPr>
          </a:lstStyle>
          <a:p>
            <a:pPr lvl="0"/>
            <a:r>
              <a:rPr lang="pl-PL" dirty="0"/>
              <a:t>Kliknij, aby edytować style</a:t>
            </a:r>
          </a:p>
        </p:txBody>
      </p:sp>
      <p:sp>
        <p:nvSpPr>
          <p:cNvPr id="4" name="Symbol zastępczy obrazu online 3"/>
          <p:cNvSpPr>
            <a:spLocks noGrp="1"/>
          </p:cNvSpPr>
          <p:nvPr>
            <p:ph type="clipArt" sz="quarter" idx="12"/>
          </p:nvPr>
        </p:nvSpPr>
        <p:spPr>
          <a:xfrm>
            <a:off x="5427256" y="1439863"/>
            <a:ext cx="3716743" cy="2616200"/>
          </a:xfrm>
        </p:spPr>
        <p:txBody>
          <a:bodyPr/>
          <a:lstStyle>
            <a:lvl1pPr>
              <a:defRPr>
                <a:latin typeface="Arial" panose="020B0604020202020204" pitchFamily="34" charset="0"/>
                <a:cs typeface="Arial" panose="020B0604020202020204" pitchFamily="34" charset="0"/>
              </a:defRPr>
            </a:lvl1pPr>
          </a:lstStyle>
          <a:p>
            <a:endParaRPr lang="pl-PL" dirty="0"/>
          </a:p>
        </p:txBody>
      </p:sp>
      <p:sp>
        <p:nvSpPr>
          <p:cNvPr id="16" name="Symbol zastępczy obrazu online 3"/>
          <p:cNvSpPr>
            <a:spLocks noGrp="1"/>
          </p:cNvSpPr>
          <p:nvPr>
            <p:ph type="clipArt" sz="quarter" idx="13"/>
          </p:nvPr>
        </p:nvSpPr>
        <p:spPr>
          <a:xfrm>
            <a:off x="5412703" y="4134338"/>
            <a:ext cx="3716743" cy="2712365"/>
          </a:xfrm>
        </p:spPr>
        <p:txBody>
          <a:bodyPr/>
          <a:lstStyle>
            <a:lvl1pPr>
              <a:defRPr>
                <a:latin typeface="Arial" panose="020B0604020202020204" pitchFamily="34" charset="0"/>
                <a:cs typeface="Arial" panose="020B0604020202020204" pitchFamily="34" charset="0"/>
              </a:defRPr>
            </a:lvl1pPr>
          </a:lstStyle>
          <a:p>
            <a:endParaRPr lang="pl-PL" dirty="0"/>
          </a:p>
        </p:txBody>
      </p:sp>
    </p:spTree>
    <p:extLst>
      <p:ext uri="{BB962C8B-B14F-4D97-AF65-F5344CB8AC3E}">
        <p14:creationId xmlns:p14="http://schemas.microsoft.com/office/powerpoint/2010/main" val="1373900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Nagłówek sekcji">
    <p:spTree>
      <p:nvGrpSpPr>
        <p:cNvPr id="1" name=""/>
        <p:cNvGrpSpPr/>
        <p:nvPr/>
      </p:nvGrpSpPr>
      <p:grpSpPr>
        <a:xfrm>
          <a:off x="0" y="0"/>
          <a:ext cx="0" cy="0"/>
          <a:chOff x="0" y="0"/>
          <a:chExt cx="0" cy="0"/>
        </a:xfrm>
      </p:grpSpPr>
      <p:sp>
        <p:nvSpPr>
          <p:cNvPr id="7" name="Tytuł 1"/>
          <p:cNvSpPr>
            <a:spLocks noGrp="1"/>
          </p:cNvSpPr>
          <p:nvPr>
            <p:ph type="ctrTitle" hasCustomPrompt="1"/>
          </p:nvPr>
        </p:nvSpPr>
        <p:spPr>
          <a:xfrm>
            <a:off x="3298825" y="536729"/>
            <a:ext cx="5780375" cy="281637"/>
          </a:xfrm>
        </p:spPr>
        <p:txBody>
          <a:bodyPr anchor="t">
            <a:noAutofit/>
          </a:bodyPr>
          <a:lstStyle>
            <a:lvl1pPr algn="l">
              <a:defRPr sz="1800" b="1">
                <a:latin typeface="Arial" panose="020B0604020202020204" pitchFamily="34" charset="0"/>
                <a:cs typeface="Arial" panose="020B0604020202020204" pitchFamily="34" charset="0"/>
              </a:defRPr>
            </a:lvl1pPr>
          </a:lstStyle>
          <a:p>
            <a:r>
              <a:rPr lang="pl-PL" dirty="0"/>
              <a:t>Podsumowanie</a:t>
            </a:r>
          </a:p>
        </p:txBody>
      </p:sp>
      <p:pic>
        <p:nvPicPr>
          <p:cNvPr id="8" name="Obraz 2" descr="Bez nazwy-10.pdf"/>
          <p:cNvPicPr>
            <a:picLocks noChangeAspect="1"/>
          </p:cNvPicPr>
          <p:nvPr userDrawn="1"/>
        </p:nvPicPr>
        <p:blipFill rotWithShape="1">
          <a:blip r:embed="rId2">
            <a:extLst>
              <a:ext uri="{28A0092B-C50C-407E-A947-70E740481C1C}">
                <a14:useLocalDpi xmlns:a14="http://schemas.microsoft.com/office/drawing/2010/main" val="0"/>
              </a:ext>
            </a:extLst>
          </a:blip>
          <a:srcRect l="6365" t="13394"/>
          <a:stretch/>
        </p:blipFill>
        <p:spPr bwMode="auto">
          <a:xfrm>
            <a:off x="136800" y="106723"/>
            <a:ext cx="3063600" cy="142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Zaokrąglony prostokąt 12"/>
          <p:cNvSpPr/>
          <p:nvPr/>
        </p:nvSpPr>
        <p:spPr>
          <a:xfrm>
            <a:off x="1553262" y="4163012"/>
            <a:ext cx="6214358" cy="974838"/>
          </a:xfrm>
          <a:prstGeom prst="roundRect">
            <a:avLst/>
          </a:prstGeom>
          <a:solidFill>
            <a:srgbClr val="003767"/>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Zaokrąglony prostokąt 15"/>
          <p:cNvSpPr/>
          <p:nvPr/>
        </p:nvSpPr>
        <p:spPr>
          <a:xfrm>
            <a:off x="1542952" y="2281288"/>
            <a:ext cx="6214358" cy="861477"/>
          </a:xfrm>
          <a:prstGeom prst="roundRect">
            <a:avLst/>
          </a:prstGeom>
          <a:solidFill>
            <a:srgbClr val="003767"/>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Zaokrąglony prostokąt 18"/>
          <p:cNvSpPr/>
          <p:nvPr/>
        </p:nvSpPr>
        <p:spPr>
          <a:xfrm>
            <a:off x="1548472" y="3239588"/>
            <a:ext cx="6214358" cy="814387"/>
          </a:xfrm>
          <a:prstGeom prst="roundRect">
            <a:avLst/>
          </a:prstGeom>
          <a:solidFill>
            <a:srgbClr val="003767"/>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Zaokrąglony prostokąt 21"/>
          <p:cNvSpPr/>
          <p:nvPr/>
        </p:nvSpPr>
        <p:spPr>
          <a:xfrm>
            <a:off x="1542952" y="1301624"/>
            <a:ext cx="6214358" cy="875428"/>
          </a:xfrm>
          <a:prstGeom prst="roundRect">
            <a:avLst/>
          </a:prstGeom>
          <a:solidFill>
            <a:srgbClr val="003767"/>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Zaokrąglony prostokąt 24"/>
          <p:cNvSpPr/>
          <p:nvPr userDrawn="1"/>
        </p:nvSpPr>
        <p:spPr>
          <a:xfrm>
            <a:off x="1540562" y="5250193"/>
            <a:ext cx="6214358" cy="875428"/>
          </a:xfrm>
          <a:prstGeom prst="roundRect">
            <a:avLst/>
          </a:prstGeom>
          <a:solidFill>
            <a:srgbClr val="003767"/>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3" name="Symbol zastępczy tekstu 2"/>
          <p:cNvSpPr>
            <a:spLocks noGrp="1"/>
          </p:cNvSpPr>
          <p:nvPr>
            <p:ph type="body" sz="quarter" idx="10"/>
          </p:nvPr>
        </p:nvSpPr>
        <p:spPr>
          <a:xfrm>
            <a:off x="1836126" y="1579564"/>
            <a:ext cx="4916488" cy="4619625"/>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600" b="1">
                <a:solidFill>
                  <a:schemeClr val="bg1"/>
                </a:solidFill>
                <a:latin typeface="Arial" panose="020B0604020202020204" pitchFamily="34" charset="0"/>
                <a:cs typeface="Arial" panose="020B0604020202020204" pitchFamily="34" charset="0"/>
              </a:defRPr>
            </a:lvl1pPr>
          </a:lstStyle>
          <a:p>
            <a:pPr lvl="0"/>
            <a:r>
              <a:rPr lang="pl-PL" dirty="0"/>
              <a:t>Kliknij, aby edytować style wzorca tekstu</a:t>
            </a:r>
          </a:p>
          <a:p>
            <a:pPr lvl="0"/>
            <a:endParaRPr lang="pl-PL" dirty="0"/>
          </a:p>
          <a:p>
            <a:pPr lvl="0"/>
            <a:endParaRPr lang="pl-PL" dirty="0"/>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pl-PL" dirty="0"/>
              <a:t>Kliknij, aby edytować style wzorca tekstu</a:t>
            </a:r>
          </a:p>
          <a:p>
            <a:pPr lvl="0"/>
            <a:endParaRPr lang="pl-PL" dirty="0"/>
          </a:p>
          <a:p>
            <a:pPr lvl="0"/>
            <a:endParaRPr lang="pl-PL" dirty="0"/>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pl-PL" dirty="0"/>
              <a:t>Kliknij, aby edytować style wzorca tekstu</a:t>
            </a:r>
          </a:p>
          <a:p>
            <a:pPr lvl="0"/>
            <a:endParaRPr lang="pl-PL" dirty="0"/>
          </a:p>
          <a:p>
            <a:pPr lvl="0"/>
            <a:endParaRPr lang="pl-PL" dirty="0"/>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pl-PL" dirty="0"/>
              <a:t>Kliknij, aby edytować style wzorca tekstu</a:t>
            </a:r>
          </a:p>
          <a:p>
            <a:pPr lvl="0"/>
            <a:endParaRPr lang="pl-PL" dirty="0"/>
          </a:p>
          <a:p>
            <a:pPr lvl="0"/>
            <a:endParaRPr lang="pl-PL" dirty="0"/>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pl-PL" dirty="0"/>
              <a:t>Kliknij, aby edytować style wzorca tekstu</a:t>
            </a:r>
          </a:p>
        </p:txBody>
      </p:sp>
    </p:spTree>
    <p:extLst>
      <p:ext uri="{BB962C8B-B14F-4D97-AF65-F5344CB8AC3E}">
        <p14:creationId xmlns:p14="http://schemas.microsoft.com/office/powerpoint/2010/main" val="721877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Nagłówek sekcji">
    <p:spTree>
      <p:nvGrpSpPr>
        <p:cNvPr id="1" name=""/>
        <p:cNvGrpSpPr/>
        <p:nvPr/>
      </p:nvGrpSpPr>
      <p:grpSpPr>
        <a:xfrm>
          <a:off x="0" y="0"/>
          <a:ext cx="0" cy="0"/>
          <a:chOff x="0" y="0"/>
          <a:chExt cx="0" cy="0"/>
        </a:xfrm>
      </p:grpSpPr>
      <p:pic>
        <p:nvPicPr>
          <p:cNvPr id="28" name="Obraz 27" descr="dewiza kolor oś.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94810" y="2311400"/>
            <a:ext cx="2170405" cy="2576575"/>
          </a:xfrm>
          <a:prstGeom prst="rect">
            <a:avLst/>
          </a:prstGeom>
        </p:spPr>
      </p:pic>
    </p:spTree>
    <p:extLst>
      <p:ext uri="{BB962C8B-B14F-4D97-AF65-F5344CB8AC3E}">
        <p14:creationId xmlns:p14="http://schemas.microsoft.com/office/powerpoint/2010/main" val="71063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50342D-BFEB-4330-B4F3-C064C2945100}" type="datetimeFigureOut">
              <a:rPr lang="pl-PL" smtClean="0"/>
              <a:t>06.05.2025</a:t>
            </a:fld>
            <a:endParaRPr lang="pl-PL"/>
          </a:p>
        </p:txBody>
      </p:sp>
      <p:sp>
        <p:nvSpPr>
          <p:cNvPr id="5" name="Symbol zastępczy stopki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A8E4E4C-188F-43B4-9E25-398DACDF1415}" type="slidenum">
              <a:rPr lang="pl-PL" smtClean="0"/>
              <a:t>‹#›</a:t>
            </a:fld>
            <a:endParaRPr lang="pl-PL"/>
          </a:p>
        </p:txBody>
      </p:sp>
    </p:spTree>
    <p:extLst>
      <p:ext uri="{BB962C8B-B14F-4D97-AF65-F5344CB8AC3E}">
        <p14:creationId xmlns:p14="http://schemas.microsoft.com/office/powerpoint/2010/main" val="2690792429"/>
      </p:ext>
    </p:extLst>
  </p:cSld>
  <p:clrMap bg1="lt1" tx1="dk1" bg2="lt2" tx2="dk2" accent1="accent1" accent2="accent2" accent3="accent3" accent4="accent4" accent5="accent5" accent6="accent6" hlink="hlink" folHlink="folHlink"/>
  <p:sldLayoutIdLst>
    <p:sldLayoutId id="2147483686" r:id="rId1"/>
    <p:sldLayoutId id="2147483685" r:id="rId2"/>
    <p:sldLayoutId id="2147483688" r:id="rId3"/>
    <p:sldLayoutId id="2147483701" r:id="rId4"/>
    <p:sldLayoutId id="2147483702" r:id="rId5"/>
    <p:sldLayoutId id="2147483699" r:id="rId6"/>
    <p:sldLayoutId id="2147483703" r:id="rId7"/>
    <p:sldLayoutId id="2147483687" r:id="rId8"/>
    <p:sldLayoutId id="2147483700" r:id="rId9"/>
    <p:sldLayoutId id="2147483697" r:id="rId10"/>
    <p:sldLayoutId id="2147483705" r:id="rId11"/>
    <p:sldLayoutId id="2147483704" r:id="rId12"/>
    <p:sldLayoutId id="2147483698"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l-P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25490/a97f-egyk" TargetMode="Externa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stm-assoc.org/what-we-do/strategic-areas/open-research/research-data/best-practices/" TargetMode="External"/><Relationship Id="rId4" Type="http://schemas.openxmlformats.org/officeDocument/2006/relationships/hyperlink" Target="https://www.cos.io/initiatives/top-guideline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www.springernature.com/gp/authors/research-data-policy/research-data-policy-types" TargetMode="External"/><Relationship Id="rId4" Type="http://schemas.openxmlformats.org/officeDocument/2006/relationships/hyperlink" Target="https://www.springernature.com/gp/authors/research-data-policy"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hyperlink" Target="https://www.elsevier.com/researcher/author/tools-and-resources/research-data/data-guidelines" TargetMode="Externa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hyperlink" Target="https://www.elsevier.com/researcher/author/tools-and-resources/research-data" TargetMode="External"/><Relationship Id="rId5" Type="http://schemas.openxmlformats.org/officeDocument/2006/relationships/hyperlink" Target="https://www.elsevier.com/about/open-science/research-data" TargetMode="External"/><Relationship Id="rId4" Type="http://schemas.openxmlformats.org/officeDocument/2006/relationships/hyperlink" Target="https://www.elsevier.com/about/policies-and-standards/research-data" TargetMode="External"/><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hyperlink" Target="https://authorservices.taylorandfrancis.com/data-sharing-policies/#datapolicies"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hyperlink" Target="https://authorservices.wiley.com/author-resources/Journal-Authors/open-access/author-compliance-tool.html" TargetMode="External"/><Relationship Id="rId5" Type="http://schemas.openxmlformats.org/officeDocument/2006/relationships/hyperlink" Target="https://authorservices.wiley.com/author-resources/Journal-Authors/open-access/data-sharing-citation/data-sharing-policy.html" TargetMode="Externa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1.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www.emeraldgrouppublishing.com/journal/dta" TargetMode="External"/><Relationship Id="rId4" Type="http://schemas.openxmlformats.org/officeDocument/2006/relationships/hyperlink" Target="https://www.emeraldgrouppublishing.com/publish-with-us/author-policies/our-open-research-policie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journals.ieeeauthorcenter.ieee.org/create-your-ieee-journal-article/research-reproducibility/#sharingdat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researcher-resources.acs.org/publish/data_guidelines" TargetMode="Externa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hyperlink" Target="https://researcher-resources.acs.org/publish/data_policy" TargetMode="Externa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publishing.aip.org/resources/researchers/author-instructions/#data" TargetMode="External"/><Relationship Id="rId4" Type="http://schemas.openxmlformats.org/officeDocument/2006/relationships/hyperlink" Target="https://publishing.aip.org/resources/researchers/open-science/research-data-policy/"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s://academic.oup.com/pages/open-research/research-dat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1.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hyperlink" Target="https://www.rsc.org/journals-books-databases/author-and-reviewer-hub/authors-information/prepare-and-format/experimental-reporting-requirements/" TargetMode="External"/><Relationship Id="rId4" Type="http://schemas.openxmlformats.org/officeDocument/2006/relationships/hyperlink" Target="https://www.rsc.org/journals-books-databases/author-and-reviewer-hub/authors-information/prepare-and-format/data-sharin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uk.sagepub.com/en-gb/eur/research-data-sharing-policies"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hyperlink" Target="https://publishingsupport.iopscience.iop.org/submission-checklist/" TargetMode="External"/><Relationship Id="rId5" Type="http://schemas.openxmlformats.org/officeDocument/2006/relationships/hyperlink" Target="https://publishingsupport.iopscience.iop.org/publishing-support/authors/authoring-for-journals/writing-journal-article/" TargetMode="External"/><Relationship Id="rId4" Type="http://schemas.openxmlformats.org/officeDocument/2006/relationships/hyperlink" Target="https://publishingsupport.iopscience.iop.org/questions/research-dat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484241" y="3694432"/>
            <a:ext cx="6221897" cy="1362075"/>
          </a:xfrm>
        </p:spPr>
        <p:txBody>
          <a:bodyPr>
            <a:normAutofit/>
          </a:bodyPr>
          <a:lstStyle/>
          <a:p>
            <a:r>
              <a:rPr lang="pl-PL" b="1" dirty="0">
                <a:latin typeface="Arial" panose="020B0604020202020204" pitchFamily="34" charset="0"/>
                <a:cs typeface="Arial" panose="020B0604020202020204" pitchFamily="34" charset="0"/>
              </a:rPr>
              <a:t>Polityka dotycząca danych badawczych u zagranicznych wydawców czasopism naukowych</a:t>
            </a:r>
          </a:p>
        </p:txBody>
      </p:sp>
      <p:sp>
        <p:nvSpPr>
          <p:cNvPr id="5" name="Symbol zastępczy tekstu 2"/>
          <p:cNvSpPr>
            <a:spLocks noGrp="1"/>
          </p:cNvSpPr>
          <p:nvPr>
            <p:ph type="body" sz="quarter" idx="10"/>
          </p:nvPr>
        </p:nvSpPr>
        <p:spPr>
          <a:xfrm>
            <a:off x="1320842" y="5056508"/>
            <a:ext cx="6548696" cy="933608"/>
          </a:xfrm>
        </p:spPr>
        <p:txBody>
          <a:bodyPr>
            <a:normAutofit/>
          </a:bodyPr>
          <a:lstStyle/>
          <a:p>
            <a:pPr>
              <a:lnSpc>
                <a:spcPct val="100000"/>
              </a:lnSpc>
              <a:spcBef>
                <a:spcPts val="0"/>
              </a:spcBef>
            </a:pPr>
            <a:r>
              <a:rPr lang="pl-PL" b="1" dirty="0">
                <a:latin typeface="Arial" panose="020B0604020202020204" pitchFamily="34" charset="0"/>
                <a:cs typeface="Arial" panose="020B0604020202020204" pitchFamily="34" charset="0"/>
              </a:rPr>
              <a:t>Rafał Narwojsz</a:t>
            </a:r>
          </a:p>
          <a:p>
            <a:pPr>
              <a:lnSpc>
                <a:spcPct val="100000"/>
              </a:lnSpc>
              <a:spcBef>
                <a:spcPts val="0"/>
              </a:spcBef>
            </a:pPr>
            <a:r>
              <a:rPr lang="pl-PL" b="1" dirty="0">
                <a:latin typeface="Arial" panose="020B0604020202020204" pitchFamily="34" charset="0"/>
                <a:cs typeface="Arial" panose="020B0604020202020204" pitchFamily="34" charset="0"/>
              </a:rPr>
              <a:t>Agnieszka Szymik</a:t>
            </a:r>
          </a:p>
          <a:p>
            <a:pPr>
              <a:lnSpc>
                <a:spcPct val="100000"/>
              </a:lnSpc>
              <a:spcBef>
                <a:spcPts val="0"/>
              </a:spcBef>
            </a:pPr>
            <a:endParaRPr lang="pl-PL" dirty="0">
              <a:latin typeface="Arial" panose="020B0604020202020204" pitchFamily="34" charset="0"/>
              <a:cs typeface="Arial" panose="020B0604020202020204" pitchFamily="34" charset="0"/>
            </a:endParaRPr>
          </a:p>
          <a:p>
            <a:pPr>
              <a:lnSpc>
                <a:spcPct val="100000"/>
              </a:lnSpc>
              <a:spcBef>
                <a:spcPts val="0"/>
              </a:spcBef>
            </a:pPr>
            <a:r>
              <a:rPr lang="pl-PL" dirty="0">
                <a:latin typeface="Arial" panose="020B0604020202020204" pitchFamily="34" charset="0"/>
                <a:cs typeface="Arial" panose="020B0604020202020204" pitchFamily="34" charset="0"/>
              </a:rPr>
              <a:t> 6 maja 2025</a:t>
            </a:r>
          </a:p>
          <a:p>
            <a:pPr>
              <a:lnSpc>
                <a:spcPct val="120000"/>
              </a:lnSpc>
            </a:pPr>
            <a:endParaRPr lang="pl-PL" dirty="0">
              <a:latin typeface="Arial" panose="020B0604020202020204" pitchFamily="34" charset="0"/>
              <a:cs typeface="Arial" panose="020B0604020202020204" pitchFamily="34" charset="0"/>
            </a:endParaRPr>
          </a:p>
        </p:txBody>
      </p:sp>
      <p:cxnSp>
        <p:nvCxnSpPr>
          <p:cNvPr id="4" name="Łącznik prosty 3"/>
          <p:cNvCxnSpPr/>
          <p:nvPr/>
        </p:nvCxnSpPr>
        <p:spPr>
          <a:xfrm>
            <a:off x="271190" y="6339210"/>
            <a:ext cx="85043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ymbol zastępczy tekstu 2"/>
          <p:cNvSpPr txBox="1">
            <a:spLocks/>
          </p:cNvSpPr>
          <p:nvPr/>
        </p:nvSpPr>
        <p:spPr>
          <a:xfrm>
            <a:off x="271190" y="6339210"/>
            <a:ext cx="8504320" cy="933608"/>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2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00000"/>
              </a:lnSpc>
              <a:spcBef>
                <a:spcPts val="0"/>
              </a:spcBef>
            </a:pPr>
            <a:r>
              <a:rPr lang="pl-PL" sz="800" dirty="0">
                <a:latin typeface="+mn-lt"/>
                <a:cs typeface="Arial" panose="020B0604020202020204" pitchFamily="34" charset="0"/>
              </a:rPr>
              <a:t>Szkolenie finansowane w ramach "Działań na rzecz promowania i zwiększenia świadomości w zakresie Otwartych Danych Badawczych", które stanowią element realizacji programu „Inicjatywa Doskonałości – Uczelnia Badawcza” (IDUB) w zakresie podniesienia poziomu jakości działalności naukowej uczelni w ramach Działania I.4 (Działania na rzecz zwiększenia liczby publikacji w prestiżowych czasopismach i wydawnictwach).</a:t>
            </a:r>
          </a:p>
        </p:txBody>
      </p:sp>
    </p:spTree>
    <p:extLst>
      <p:ext uri="{BB962C8B-B14F-4D97-AF65-F5344CB8AC3E}">
        <p14:creationId xmlns:p14="http://schemas.microsoft.com/office/powerpoint/2010/main" val="9598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rostokąt 9"/>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graphicFrame>
        <p:nvGraphicFramePr>
          <p:cNvPr id="5" name="Diagram 4"/>
          <p:cNvGraphicFramePr/>
          <p:nvPr>
            <p:extLst>
              <p:ext uri="{D42A27DB-BD31-4B8C-83A1-F6EECF244321}">
                <p14:modId xmlns:p14="http://schemas.microsoft.com/office/powerpoint/2010/main" val="2170633895"/>
              </p:ext>
            </p:extLst>
          </p:nvPr>
        </p:nvGraphicFramePr>
        <p:xfrm>
          <a:off x="1372998" y="2487569"/>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Łącznik prosty 5"/>
          <p:cNvSpPr/>
          <p:nvPr/>
        </p:nvSpPr>
        <p:spPr>
          <a:xfrm>
            <a:off x="1372998" y="6586056"/>
            <a:ext cx="60960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Symbol zastępczy tekstu 3"/>
          <p:cNvSpPr>
            <a:spLocks noGrp="1"/>
          </p:cNvSpPr>
          <p:nvPr>
            <p:ph type="body" sz="quarter" idx="10"/>
          </p:nvPr>
        </p:nvSpPr>
        <p:spPr>
          <a:xfrm>
            <a:off x="493799" y="1676884"/>
            <a:ext cx="4189412" cy="406715"/>
          </a:xfrm>
        </p:spPr>
        <p:txBody>
          <a:bodyPr/>
          <a:lstStyle/>
          <a:p>
            <a:r>
              <a:rPr lang="pl-PL" dirty="0"/>
              <a:t>PLAN SZKOLENIA:</a:t>
            </a:r>
          </a:p>
        </p:txBody>
      </p:sp>
      <p:pic>
        <p:nvPicPr>
          <p:cNvPr id="9" name="Obraz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Tree>
    <p:extLst>
      <p:ext uri="{BB962C8B-B14F-4D97-AF65-F5344CB8AC3E}">
        <p14:creationId xmlns:p14="http://schemas.microsoft.com/office/powerpoint/2010/main" val="95954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6" name="Prostokąt 5"/>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7" name="Symbol zastępczy tekstu 3"/>
          <p:cNvSpPr>
            <a:spLocks noGrp="1"/>
          </p:cNvSpPr>
          <p:nvPr>
            <p:ph type="body" sz="quarter" idx="10"/>
          </p:nvPr>
        </p:nvSpPr>
        <p:spPr>
          <a:xfrm>
            <a:off x="493799" y="1676884"/>
            <a:ext cx="4189412" cy="406715"/>
          </a:xfrm>
        </p:spPr>
        <p:txBody>
          <a:bodyPr/>
          <a:lstStyle/>
          <a:p>
            <a:r>
              <a:rPr lang="pl-PL" dirty="0"/>
              <a:t>Standardy i rekomendacje</a:t>
            </a:r>
          </a:p>
        </p:txBody>
      </p:sp>
      <p:sp>
        <p:nvSpPr>
          <p:cNvPr id="15" name="pole tekstowe 14"/>
          <p:cNvSpPr txBox="1"/>
          <p:nvPr/>
        </p:nvSpPr>
        <p:spPr>
          <a:xfrm>
            <a:off x="1254153" y="2546983"/>
            <a:ext cx="6885639" cy="4062651"/>
          </a:xfrm>
          <a:prstGeom prst="rect">
            <a:avLst/>
          </a:prstGeom>
          <a:noFill/>
        </p:spPr>
        <p:txBody>
          <a:bodyPr wrap="square" rtlCol="0">
            <a:spAutoFit/>
          </a:bodyPr>
          <a:lstStyle/>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Joint </a:t>
            </a:r>
            <a:r>
              <a:rPr lang="pl-PL" sz="1400" dirty="0" err="1">
                <a:latin typeface="Arial" panose="020B0604020202020204" pitchFamily="34" charset="0"/>
                <a:cs typeface="Arial" panose="020B0604020202020204" pitchFamily="34" charset="0"/>
              </a:rPr>
              <a:t>Declaration</a:t>
            </a:r>
            <a:r>
              <a:rPr lang="pl-PL" sz="1400" dirty="0">
                <a:latin typeface="Arial" panose="020B0604020202020204" pitchFamily="34" charset="0"/>
                <a:cs typeface="Arial" panose="020B0604020202020204" pitchFamily="34" charset="0"/>
              </a:rPr>
              <a:t> of Data </a:t>
            </a:r>
            <a:r>
              <a:rPr lang="pl-PL" sz="1400" dirty="0" err="1">
                <a:latin typeface="Arial" panose="020B0604020202020204" pitchFamily="34" charset="0"/>
                <a:cs typeface="Arial" panose="020B0604020202020204" pitchFamily="34" charset="0"/>
              </a:rPr>
              <a:t>Citation</a:t>
            </a:r>
            <a:r>
              <a:rPr lang="pl-PL" sz="1400" dirty="0">
                <a:latin typeface="Arial" panose="020B0604020202020204" pitchFamily="34" charset="0"/>
                <a:cs typeface="Arial" panose="020B0604020202020204" pitchFamily="34" charset="0"/>
              </a:rPr>
              <a:t> </a:t>
            </a:r>
            <a:r>
              <a:rPr lang="pl-PL" sz="1400" dirty="0" err="1">
                <a:latin typeface="Arial" panose="020B0604020202020204" pitchFamily="34" charset="0"/>
                <a:cs typeface="Arial" panose="020B0604020202020204" pitchFamily="34" charset="0"/>
              </a:rPr>
              <a:t>Principles</a:t>
            </a:r>
            <a:r>
              <a:rPr lang="pl-PL" sz="1400" dirty="0">
                <a:latin typeface="Arial" panose="020B0604020202020204" pitchFamily="34" charset="0"/>
                <a:cs typeface="Arial" panose="020B0604020202020204" pitchFamily="34" charset="0"/>
              </a:rPr>
              <a:t> (FORCE11)</a:t>
            </a:r>
          </a:p>
          <a:p>
            <a:pPr lvl="1" algn="just">
              <a:buClr>
                <a:srgbClr val="E31B23"/>
              </a:buClr>
            </a:pPr>
            <a:r>
              <a:rPr lang="pl-PL" sz="1400" dirty="0">
                <a:latin typeface="Arial" panose="020B0604020202020204" pitchFamily="34" charset="0"/>
                <a:cs typeface="Arial" panose="020B0604020202020204" pitchFamily="34" charset="0"/>
              </a:rPr>
              <a:t>8 ogólnych zasad dot. cytowania danych</a:t>
            </a:r>
          </a:p>
          <a:p>
            <a:pPr lvl="1" algn="just">
              <a:buClr>
                <a:srgbClr val="E31B23"/>
              </a:buClr>
            </a:pPr>
            <a:r>
              <a:rPr lang="pl-PL" sz="1400" dirty="0">
                <a:hlinkClick r:id="rId3"/>
              </a:rPr>
              <a:t>https://doi.org/10.25490/a97f-egyk</a:t>
            </a:r>
            <a:endParaRPr lang="pl-PL" sz="1400" dirty="0"/>
          </a:p>
          <a:p>
            <a:pPr algn="just">
              <a:buClr>
                <a:srgbClr val="E31B23"/>
              </a:buClr>
            </a:pPr>
            <a:endParaRPr lang="pl-PL" sz="1400" dirty="0">
              <a:latin typeface="Arial" panose="020B0604020202020204" pitchFamily="34" charset="0"/>
              <a:cs typeface="Arial" panose="020B0604020202020204" pitchFamily="34" charset="0"/>
            </a:endParaRPr>
          </a:p>
          <a:p>
            <a:pPr marL="171450" indent="-171450" algn="just">
              <a:buClr>
                <a:srgbClr val="E31B23"/>
              </a:buClr>
              <a:buFont typeface="Wingdings" panose="05000000000000000000" pitchFamily="2" charset="2"/>
              <a:buChar char="§"/>
            </a:pPr>
            <a:endParaRPr lang="pl-PL" sz="1000" dirty="0">
              <a:latin typeface="Arial" panose="020B0604020202020204" pitchFamily="34" charset="0"/>
              <a:cs typeface="Arial" panose="020B0604020202020204" pitchFamily="34" charset="0"/>
            </a:endParaRPr>
          </a:p>
          <a:p>
            <a:pPr marL="171450" indent="-171450" algn="just">
              <a:buClr>
                <a:srgbClr val="E31B23"/>
              </a:buClr>
              <a:buFont typeface="Wingdings" panose="05000000000000000000" pitchFamily="2" charset="2"/>
              <a:buChar char="§"/>
            </a:pPr>
            <a:r>
              <a:rPr lang="en-US" sz="1400" dirty="0">
                <a:latin typeface="Arial" panose="020B0604020202020204" pitchFamily="34" charset="0"/>
                <a:cs typeface="Arial" panose="020B0604020202020204" pitchFamily="34" charset="0"/>
              </a:rPr>
              <a:t>Transparency and Openness Promotion </a:t>
            </a:r>
            <a:r>
              <a:rPr lang="pl-PL" sz="1400" dirty="0">
                <a:latin typeface="Arial" panose="020B0604020202020204" pitchFamily="34" charset="0"/>
                <a:cs typeface="Arial" panose="020B0604020202020204" pitchFamily="34" charset="0"/>
              </a:rPr>
              <a:t>(TOP) </a:t>
            </a:r>
            <a:r>
              <a:rPr lang="en-US" sz="1400" dirty="0">
                <a:latin typeface="Arial" panose="020B0604020202020204" pitchFamily="34" charset="0"/>
                <a:cs typeface="Arial" panose="020B0604020202020204" pitchFamily="34" charset="0"/>
              </a:rPr>
              <a:t>Guidelines</a:t>
            </a:r>
            <a:r>
              <a:rPr lang="pl-PL" sz="1400" dirty="0">
                <a:latin typeface="Arial" panose="020B0604020202020204" pitchFamily="34" charset="0"/>
                <a:cs typeface="Arial" panose="020B0604020202020204" pitchFamily="34" charset="0"/>
              </a:rPr>
              <a:t> (Center for Open Science)</a:t>
            </a:r>
          </a:p>
          <a:p>
            <a:pPr lvl="1" algn="just">
              <a:buClr>
                <a:srgbClr val="E31B23"/>
              </a:buClr>
            </a:pPr>
            <a:r>
              <a:rPr lang="pl-PL" sz="1400" dirty="0">
                <a:latin typeface="Arial" panose="020B0604020202020204" pitchFamily="34" charset="0"/>
                <a:cs typeface="Arial" panose="020B0604020202020204" pitchFamily="34" charset="0"/>
              </a:rPr>
              <a:t>2015 – 8 standardów, z których każdy ma 3 poziomy; TOP </a:t>
            </a:r>
            <a:r>
              <a:rPr lang="pl-PL" sz="1400" dirty="0" err="1">
                <a:latin typeface="Arial" panose="020B0604020202020204" pitchFamily="34" charset="0"/>
                <a:cs typeface="Arial" panose="020B0604020202020204" pitchFamily="34" charset="0"/>
              </a:rPr>
              <a:t>Factor</a:t>
            </a:r>
            <a:endParaRPr lang="pl-PL" sz="1400" dirty="0">
              <a:latin typeface="Arial" panose="020B0604020202020204" pitchFamily="34" charset="0"/>
              <a:cs typeface="Arial" panose="020B0604020202020204" pitchFamily="34" charset="0"/>
            </a:endParaRPr>
          </a:p>
          <a:p>
            <a:pPr lvl="1" algn="just">
              <a:buClr>
                <a:srgbClr val="E31B23"/>
              </a:buClr>
            </a:pPr>
            <a:r>
              <a:rPr lang="pl-PL" sz="1400" dirty="0">
                <a:latin typeface="Arial" panose="020B0604020202020204" pitchFamily="34" charset="0"/>
                <a:cs typeface="Arial" panose="020B0604020202020204" pitchFamily="34" charset="0"/>
              </a:rPr>
              <a:t>2025 – aktualizacja; 7 praktyk badawczych, 2 praktyki weryfikacyjne, 4 badania weryfikacyjne</a:t>
            </a:r>
          </a:p>
          <a:p>
            <a:pPr lvl="1" algn="just">
              <a:buClr>
                <a:srgbClr val="E31B23"/>
              </a:buClr>
            </a:pPr>
            <a:r>
              <a:rPr lang="pl-PL" sz="1400" dirty="0">
                <a:latin typeface="Arial" panose="020B0604020202020204" pitchFamily="34" charset="0"/>
                <a:cs typeface="Arial" panose="020B0604020202020204" pitchFamily="34" charset="0"/>
                <a:hlinkClick r:id="rId4"/>
              </a:rPr>
              <a:t>https://www.cos.io/initiatives/top-guidelines</a:t>
            </a:r>
            <a:endParaRPr lang="pl-PL" sz="1400" dirty="0">
              <a:latin typeface="Arial" panose="020B0604020202020204" pitchFamily="34" charset="0"/>
              <a:cs typeface="Arial" panose="020B0604020202020204" pitchFamily="34" charset="0"/>
            </a:endParaRPr>
          </a:p>
          <a:p>
            <a:pPr algn="just">
              <a:buClr>
                <a:srgbClr val="E31B23"/>
              </a:buClr>
            </a:pPr>
            <a:endParaRPr lang="pl-PL" sz="1400" dirty="0">
              <a:latin typeface="Arial" panose="020B0604020202020204" pitchFamily="34" charset="0"/>
              <a:cs typeface="Arial" panose="020B0604020202020204" pitchFamily="34" charset="0"/>
            </a:endParaRPr>
          </a:p>
          <a:p>
            <a:pPr marL="171450" indent="-171450" algn="just">
              <a:buClr>
                <a:srgbClr val="E31B23"/>
              </a:buClr>
              <a:buFont typeface="Wingdings" panose="05000000000000000000" pitchFamily="2" charset="2"/>
              <a:buChar char="§"/>
            </a:pPr>
            <a:endParaRPr lang="pl-PL" sz="1000" dirty="0">
              <a:latin typeface="Arial" panose="020B0604020202020204" pitchFamily="34" charset="0"/>
              <a:cs typeface="Arial" panose="020B0604020202020204" pitchFamily="34" charset="0"/>
            </a:endParaRP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Joint Statement on </a:t>
            </a:r>
            <a:r>
              <a:rPr lang="pl-PL" sz="1400" dirty="0" err="1">
                <a:latin typeface="Arial" panose="020B0604020202020204" pitchFamily="34" charset="0"/>
                <a:cs typeface="Arial" panose="020B0604020202020204" pitchFamily="34" charset="0"/>
              </a:rPr>
              <a:t>Research</a:t>
            </a:r>
            <a:r>
              <a:rPr lang="pl-PL" sz="1400" dirty="0">
                <a:latin typeface="Arial" panose="020B0604020202020204" pitchFamily="34" charset="0"/>
                <a:cs typeface="Arial" panose="020B0604020202020204" pitchFamily="34" charset="0"/>
              </a:rPr>
              <a:t> Data (STM, </a:t>
            </a:r>
            <a:r>
              <a:rPr lang="pl-PL" sz="1400" dirty="0" err="1">
                <a:latin typeface="Arial" panose="020B0604020202020204" pitchFamily="34" charset="0"/>
                <a:cs typeface="Arial" panose="020B0604020202020204" pitchFamily="34" charset="0"/>
              </a:rPr>
              <a:t>DataCite</a:t>
            </a:r>
            <a:r>
              <a:rPr lang="pl-PL" sz="1400" dirty="0">
                <a:latin typeface="Arial" panose="020B0604020202020204" pitchFamily="34" charset="0"/>
                <a:cs typeface="Arial" panose="020B0604020202020204" pitchFamily="34" charset="0"/>
              </a:rPr>
              <a:t>, </a:t>
            </a:r>
            <a:r>
              <a:rPr lang="pl-PL" sz="1400" dirty="0" err="1">
                <a:latin typeface="Arial" panose="020B0604020202020204" pitchFamily="34" charset="0"/>
                <a:cs typeface="Arial" panose="020B0604020202020204" pitchFamily="34" charset="0"/>
              </a:rPr>
              <a:t>Crossref</a:t>
            </a:r>
            <a:r>
              <a:rPr lang="pl-PL" sz="1400" dirty="0">
                <a:latin typeface="Arial" panose="020B0604020202020204" pitchFamily="34" charset="0"/>
                <a:cs typeface="Arial" panose="020B0604020202020204" pitchFamily="34" charset="0"/>
              </a:rPr>
              <a:t>)</a:t>
            </a:r>
          </a:p>
          <a:p>
            <a:pPr lvl="1" algn="just">
              <a:buClr>
                <a:srgbClr val="E31B23"/>
              </a:buClr>
            </a:pPr>
            <a:r>
              <a:rPr lang="pl-PL" sz="1400" dirty="0">
                <a:latin typeface="Arial" panose="020B0604020202020204" pitchFamily="34" charset="0"/>
                <a:cs typeface="Arial" panose="020B0604020202020204" pitchFamily="34" charset="0"/>
              </a:rPr>
              <a:t>2012 – pierwsze oświadczenie: 6 rekomendacji w sprawie możliwości powiązania i cytowania danych badawczych</a:t>
            </a:r>
          </a:p>
          <a:p>
            <a:pPr lvl="1" algn="just">
              <a:buClr>
                <a:srgbClr val="E31B23"/>
              </a:buClr>
            </a:pPr>
            <a:r>
              <a:rPr lang="pl-PL" sz="1400" dirty="0">
                <a:latin typeface="Arial" panose="020B0604020202020204" pitchFamily="34" charset="0"/>
                <a:cs typeface="Arial" panose="020B0604020202020204" pitchFamily="34" charset="0"/>
              </a:rPr>
              <a:t>2023 – poprawione oświadczenie: 12 rekomendacji</a:t>
            </a:r>
          </a:p>
          <a:p>
            <a:pPr lvl="1" algn="just">
              <a:buClr>
                <a:srgbClr val="E31B23"/>
              </a:buClr>
            </a:pPr>
            <a:r>
              <a:rPr lang="pl-PL" sz="1400" dirty="0">
                <a:latin typeface="Arial" panose="020B0604020202020204" pitchFamily="34" charset="0"/>
                <a:cs typeface="Arial" panose="020B0604020202020204" pitchFamily="34" charset="0"/>
                <a:hlinkClick r:id="rId5"/>
              </a:rPr>
              <a:t>https://stm-assoc.org/what-we-do/strategic-areas/open-research/research-data/best-practices/</a:t>
            </a:r>
            <a:endParaRPr lang="pl-PL" sz="1400" dirty="0">
              <a:latin typeface="Arial" panose="020B0604020202020204" pitchFamily="34" charset="0"/>
              <a:cs typeface="Arial" panose="020B0604020202020204" pitchFamily="34" charset="0"/>
            </a:endParaRPr>
          </a:p>
        </p:txBody>
      </p:sp>
      <p:grpSp>
        <p:nvGrpSpPr>
          <p:cNvPr id="8" name="Grupa 7"/>
          <p:cNvGrpSpPr/>
          <p:nvPr/>
        </p:nvGrpSpPr>
        <p:grpSpPr bwMode="auto">
          <a:xfrm>
            <a:off x="1123182" y="2529122"/>
            <a:ext cx="323723" cy="369332"/>
            <a:chOff x="199298" y="2568042"/>
            <a:chExt cx="323723" cy="369332"/>
          </a:xfrm>
        </p:grpSpPr>
        <p:sp>
          <p:nvSpPr>
            <p:cNvPr id="9" name="Prostokąt 8"/>
            <p:cNvSpPr/>
            <p:nvPr/>
          </p:nvSpPr>
          <p:spPr bwMode="auto">
            <a:xfrm>
              <a:off x="200291" y="2593218"/>
              <a:ext cx="322730" cy="304800"/>
            </a:xfrm>
            <a:prstGeom prst="rect">
              <a:avLst/>
            </a:prstGeom>
            <a:solidFill>
              <a:srgbClr val="E3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l-PL"/>
            </a:p>
          </p:txBody>
        </p:sp>
        <p:sp>
          <p:nvSpPr>
            <p:cNvPr id="10" name="pole tekstowe 9"/>
            <p:cNvSpPr txBox="1"/>
            <p:nvPr/>
          </p:nvSpPr>
          <p:spPr bwMode="auto">
            <a:xfrm>
              <a:off x="199298" y="2568042"/>
              <a:ext cx="278820" cy="369332"/>
            </a:xfrm>
            <a:prstGeom prst="rect">
              <a:avLst/>
            </a:prstGeom>
            <a:noFill/>
          </p:spPr>
          <p:txBody>
            <a:bodyPr wrap="square" rtlCol="0">
              <a:spAutoFit/>
            </a:bodyPr>
            <a:lstStyle/>
            <a:p>
              <a:pPr>
                <a:defRPr/>
              </a:pPr>
              <a:r>
                <a:rPr lang="pl-PL" b="1" dirty="0">
                  <a:solidFill>
                    <a:schemeClr val="bg1"/>
                  </a:solidFill>
                  <a:latin typeface="Arial Black"/>
                </a:rPr>
                <a:t>1</a:t>
              </a:r>
              <a:endParaRPr dirty="0"/>
            </a:p>
          </p:txBody>
        </p:sp>
      </p:grpSp>
      <p:grpSp>
        <p:nvGrpSpPr>
          <p:cNvPr id="11" name="Grupa 10"/>
          <p:cNvGrpSpPr/>
          <p:nvPr/>
        </p:nvGrpSpPr>
        <p:grpSpPr bwMode="auto">
          <a:xfrm>
            <a:off x="1123678" y="3520816"/>
            <a:ext cx="323723" cy="369332"/>
            <a:chOff x="199298" y="4004120"/>
            <a:chExt cx="323723" cy="369332"/>
          </a:xfrm>
        </p:grpSpPr>
        <p:sp>
          <p:nvSpPr>
            <p:cNvPr id="12" name="Prostokąt 11"/>
            <p:cNvSpPr/>
            <p:nvPr/>
          </p:nvSpPr>
          <p:spPr bwMode="auto">
            <a:xfrm>
              <a:off x="200291" y="4025829"/>
              <a:ext cx="322730" cy="304800"/>
            </a:xfrm>
            <a:prstGeom prst="rect">
              <a:avLst/>
            </a:prstGeom>
            <a:solidFill>
              <a:srgbClr val="E3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l-PL"/>
            </a:p>
          </p:txBody>
        </p:sp>
        <p:sp>
          <p:nvSpPr>
            <p:cNvPr id="13" name="pole tekstowe 12"/>
            <p:cNvSpPr txBox="1"/>
            <p:nvPr/>
          </p:nvSpPr>
          <p:spPr bwMode="auto">
            <a:xfrm>
              <a:off x="199298" y="4004120"/>
              <a:ext cx="278820" cy="369332"/>
            </a:xfrm>
            <a:prstGeom prst="rect">
              <a:avLst/>
            </a:prstGeom>
            <a:noFill/>
          </p:spPr>
          <p:txBody>
            <a:bodyPr wrap="square" rtlCol="0">
              <a:spAutoFit/>
            </a:bodyPr>
            <a:lstStyle/>
            <a:p>
              <a:pPr>
                <a:defRPr/>
              </a:pPr>
              <a:r>
                <a:rPr lang="pl-PL" b="1" dirty="0">
                  <a:solidFill>
                    <a:schemeClr val="bg1"/>
                  </a:solidFill>
                  <a:latin typeface="Arial Black"/>
                </a:rPr>
                <a:t>2</a:t>
              </a:r>
              <a:endParaRPr dirty="0"/>
            </a:p>
          </p:txBody>
        </p:sp>
      </p:grpSp>
      <p:grpSp>
        <p:nvGrpSpPr>
          <p:cNvPr id="14" name="Grupa 13"/>
          <p:cNvGrpSpPr/>
          <p:nvPr/>
        </p:nvGrpSpPr>
        <p:grpSpPr bwMode="auto">
          <a:xfrm>
            <a:off x="1124865" y="5161680"/>
            <a:ext cx="323723" cy="369332"/>
            <a:chOff x="182345" y="5332111"/>
            <a:chExt cx="323723" cy="369332"/>
          </a:xfrm>
        </p:grpSpPr>
        <p:sp>
          <p:nvSpPr>
            <p:cNvPr id="16" name="Prostokąt 15"/>
            <p:cNvSpPr/>
            <p:nvPr/>
          </p:nvSpPr>
          <p:spPr bwMode="auto">
            <a:xfrm>
              <a:off x="183338" y="5374934"/>
              <a:ext cx="322730" cy="304800"/>
            </a:xfrm>
            <a:prstGeom prst="rect">
              <a:avLst/>
            </a:prstGeom>
            <a:solidFill>
              <a:srgbClr val="E3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l-PL"/>
            </a:p>
          </p:txBody>
        </p:sp>
        <p:sp>
          <p:nvSpPr>
            <p:cNvPr id="17" name="pole tekstowe 16"/>
            <p:cNvSpPr txBox="1"/>
            <p:nvPr/>
          </p:nvSpPr>
          <p:spPr bwMode="auto">
            <a:xfrm>
              <a:off x="182345" y="5332111"/>
              <a:ext cx="278820" cy="369332"/>
            </a:xfrm>
            <a:prstGeom prst="rect">
              <a:avLst/>
            </a:prstGeom>
            <a:noFill/>
          </p:spPr>
          <p:txBody>
            <a:bodyPr wrap="square" rtlCol="0">
              <a:spAutoFit/>
            </a:bodyPr>
            <a:lstStyle/>
            <a:p>
              <a:pPr>
                <a:defRPr/>
              </a:pPr>
              <a:r>
                <a:rPr lang="pl-PL" b="1" dirty="0">
                  <a:solidFill>
                    <a:schemeClr val="bg1"/>
                  </a:solidFill>
                  <a:latin typeface="Arial Black"/>
                </a:rPr>
                <a:t>3</a:t>
              </a:r>
              <a:endParaRPr dirty="0"/>
            </a:p>
          </p:txBody>
        </p:sp>
      </p:grpSp>
      <p:pic>
        <p:nvPicPr>
          <p:cNvPr id="18" name="Obraz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5558" y="2979446"/>
            <a:ext cx="313470" cy="320001"/>
          </a:xfrm>
          <a:prstGeom prst="rect">
            <a:avLst/>
          </a:prstGeom>
        </p:spPr>
      </p:pic>
      <p:pic>
        <p:nvPicPr>
          <p:cNvPr id="19" name="Obraz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1030" y="4613802"/>
            <a:ext cx="313470" cy="320001"/>
          </a:xfrm>
          <a:prstGeom prst="rect">
            <a:avLst/>
          </a:prstGeom>
        </p:spPr>
      </p:pic>
      <p:pic>
        <p:nvPicPr>
          <p:cNvPr id="20" name="Obraz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1030" y="6088157"/>
            <a:ext cx="313470" cy="320001"/>
          </a:xfrm>
          <a:prstGeom prst="rect">
            <a:avLst/>
          </a:prstGeom>
        </p:spPr>
      </p:pic>
    </p:spTree>
    <p:extLst>
      <p:ext uri="{BB962C8B-B14F-4D97-AF65-F5344CB8AC3E}">
        <p14:creationId xmlns:p14="http://schemas.microsoft.com/office/powerpoint/2010/main" val="509112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6" name="Prostokąt 5"/>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7" name="Symbol zastępczy tekstu 3"/>
          <p:cNvSpPr>
            <a:spLocks noGrp="1"/>
          </p:cNvSpPr>
          <p:nvPr>
            <p:ph type="body" sz="quarter" idx="10"/>
          </p:nvPr>
        </p:nvSpPr>
        <p:spPr>
          <a:xfrm>
            <a:off x="493799" y="1676884"/>
            <a:ext cx="4189412" cy="406715"/>
          </a:xfrm>
        </p:spPr>
        <p:txBody>
          <a:bodyPr/>
          <a:lstStyle/>
          <a:p>
            <a:r>
              <a:rPr lang="pl-PL" dirty="0"/>
              <a:t>Polityka powinna:</a:t>
            </a:r>
          </a:p>
        </p:txBody>
      </p:sp>
      <p:sp>
        <p:nvSpPr>
          <p:cNvPr id="15" name="pole tekstowe 14"/>
          <p:cNvSpPr txBox="1"/>
          <p:nvPr/>
        </p:nvSpPr>
        <p:spPr>
          <a:xfrm>
            <a:off x="2441196" y="2644955"/>
            <a:ext cx="5830350" cy="3970318"/>
          </a:xfrm>
          <a:prstGeom prst="rect">
            <a:avLst/>
          </a:prstGeom>
          <a:noFill/>
        </p:spPr>
        <p:txBody>
          <a:bodyPr wrap="square" rtlCol="0">
            <a:spAutoFit/>
          </a:bodyPr>
          <a:lstStyle/>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definiować, które </a:t>
            </a:r>
            <a:r>
              <a:rPr lang="pl-PL" sz="1400" b="1" dirty="0">
                <a:latin typeface="Arial" panose="020B0604020202020204" pitchFamily="34" charset="0"/>
                <a:cs typeface="Arial" panose="020B0604020202020204" pitchFamily="34" charset="0"/>
              </a:rPr>
              <a:t>dane badawcze </a:t>
            </a:r>
            <a:r>
              <a:rPr lang="pl-PL" sz="1400" dirty="0">
                <a:latin typeface="Arial" panose="020B0604020202020204" pitchFamily="34" charset="0"/>
                <a:cs typeface="Arial" panose="020B0604020202020204" pitchFamily="34" charset="0"/>
              </a:rPr>
              <a:t>obejmuje i jaki jest jej zakres,      co jest obowiązkowe do udostępnienia i traktowane jako warunek publikacji oraz opisywać uzasadnione wyjątki (polityka nie tworzy nowych precedensów prawnych lub etycznych)</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określać jaka </a:t>
            </a:r>
            <a:r>
              <a:rPr lang="pl-PL" sz="1400" b="1" dirty="0">
                <a:latin typeface="Arial" panose="020B0604020202020204" pitchFamily="34" charset="0"/>
                <a:cs typeface="Arial" panose="020B0604020202020204" pitchFamily="34" charset="0"/>
              </a:rPr>
              <a:t>licencja</a:t>
            </a:r>
            <a:r>
              <a:rPr lang="pl-PL" sz="1400" dirty="0">
                <a:latin typeface="Arial" panose="020B0604020202020204" pitchFamily="34" charset="0"/>
                <a:cs typeface="Arial" panose="020B0604020202020204" pitchFamily="34" charset="0"/>
              </a:rPr>
              <a:t> jest stosowana wobec danych badawczych   lub określać swoje oczekiwania wobec nadawanych licencji,               na podstawie których autorzy udostępniają swoje dane badawcze, powinna również określać czy prawa autorskie do danych badawczych są przenoszone na wydawcę</a:t>
            </a:r>
          </a:p>
          <a:p>
            <a:pPr marL="171450" indent="-171450" algn="just">
              <a:buClr>
                <a:srgbClr val="E31B23"/>
              </a:buClr>
              <a:buFont typeface="Wingdings" panose="05000000000000000000" pitchFamily="2" charset="2"/>
              <a:buChar char="§"/>
            </a:pPr>
            <a:r>
              <a:rPr lang="pl-PL" sz="1400" b="1" dirty="0">
                <a:latin typeface="Arial" panose="020B0604020202020204" pitchFamily="34" charset="0"/>
                <a:cs typeface="Arial" panose="020B0604020202020204" pitchFamily="34" charset="0"/>
              </a:rPr>
              <a:t>repozytoria danych </a:t>
            </a:r>
            <a:r>
              <a:rPr lang="pl-PL" sz="1400" dirty="0">
                <a:latin typeface="Arial" panose="020B0604020202020204" pitchFamily="34" charset="0"/>
                <a:cs typeface="Arial" panose="020B0604020202020204" pitchFamily="34" charset="0"/>
              </a:rPr>
              <a:t>są preferowaną metodą udostępniania danych wspierających publikacje i powinno to zostać określone w polityce. Wydawcy mogą udostępniać listy zalecanych, zaufanych                    lub obsługiwanych repozytoriów danych</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zachęcać autorów do </a:t>
            </a:r>
            <a:r>
              <a:rPr lang="pl-PL" sz="1400" b="1" dirty="0">
                <a:latin typeface="Arial" panose="020B0604020202020204" pitchFamily="34" charset="0"/>
                <a:cs typeface="Arial" panose="020B0604020202020204" pitchFamily="34" charset="0"/>
              </a:rPr>
              <a:t>cytowania zestawów danych </a:t>
            </a:r>
            <a:r>
              <a:rPr lang="pl-PL" sz="1400" dirty="0">
                <a:latin typeface="Arial" panose="020B0604020202020204" pitchFamily="34" charset="0"/>
                <a:cs typeface="Arial" panose="020B0604020202020204" pitchFamily="34" charset="0"/>
              </a:rPr>
              <a:t>w listach referencyjnych (bibliografiach) swoich artykułów. Powinna określać styl(e) stosowane do cytowania zestawów danych, zamieścić odpowiednie przykłady cytowania danych i wspierać używanie trwałych identyfikatorów (np. DOI, kody akcesji itp.)</a:t>
            </a:r>
          </a:p>
        </p:txBody>
      </p:sp>
      <p:pic>
        <p:nvPicPr>
          <p:cNvPr id="2" name="Obraz 1"/>
          <p:cNvPicPr>
            <a:picLocks noChangeAspect="1"/>
          </p:cNvPicPr>
          <p:nvPr/>
        </p:nvPicPr>
        <p:blipFill rotWithShape="1">
          <a:blip r:embed="rId3">
            <a:extLst>
              <a:ext uri="{28A0092B-C50C-407E-A947-70E740481C1C}">
                <a14:useLocalDpi xmlns:a14="http://schemas.microsoft.com/office/drawing/2010/main" val="0"/>
              </a:ext>
            </a:extLst>
          </a:blip>
          <a:srcRect r="75960"/>
          <a:stretch/>
        </p:blipFill>
        <p:spPr>
          <a:xfrm>
            <a:off x="1" y="2267524"/>
            <a:ext cx="2197916" cy="4590476"/>
          </a:xfrm>
          <a:prstGeom prst="rect">
            <a:avLst/>
          </a:prstGeom>
        </p:spPr>
      </p:pic>
    </p:spTree>
    <p:extLst>
      <p:ext uri="{BB962C8B-B14F-4D97-AF65-F5344CB8AC3E}">
        <p14:creationId xmlns:p14="http://schemas.microsoft.com/office/powerpoint/2010/main" val="3600682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6" name="Prostokąt 5"/>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7" name="Symbol zastępczy tekstu 3"/>
          <p:cNvSpPr>
            <a:spLocks noGrp="1"/>
          </p:cNvSpPr>
          <p:nvPr>
            <p:ph type="body" sz="quarter" idx="10"/>
          </p:nvPr>
        </p:nvSpPr>
        <p:spPr>
          <a:xfrm>
            <a:off x="493799" y="1676884"/>
            <a:ext cx="4189412" cy="406715"/>
          </a:xfrm>
        </p:spPr>
        <p:txBody>
          <a:bodyPr/>
          <a:lstStyle/>
          <a:p>
            <a:r>
              <a:rPr lang="pl-PL" dirty="0"/>
              <a:t>Polityka powinna:</a:t>
            </a:r>
          </a:p>
        </p:txBody>
      </p:sp>
      <p:sp>
        <p:nvSpPr>
          <p:cNvPr id="15" name="pole tekstowe 14"/>
          <p:cNvSpPr txBox="1"/>
          <p:nvPr/>
        </p:nvSpPr>
        <p:spPr>
          <a:xfrm>
            <a:off x="2441196" y="2616517"/>
            <a:ext cx="5830350" cy="3323987"/>
          </a:xfrm>
          <a:prstGeom prst="rect">
            <a:avLst/>
          </a:prstGeom>
          <a:noFill/>
        </p:spPr>
        <p:txBody>
          <a:bodyPr wrap="square" rtlCol="0">
            <a:spAutoFit/>
          </a:bodyPr>
          <a:lstStyle/>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zawierać </a:t>
            </a:r>
            <a:r>
              <a:rPr lang="pl-PL" sz="1400" b="1" dirty="0">
                <a:latin typeface="Arial" panose="020B0604020202020204" pitchFamily="34" charset="0"/>
                <a:cs typeface="Arial" panose="020B0604020202020204" pitchFamily="34" charset="0"/>
              </a:rPr>
              <a:t>oświadczenie o dostępności danych </a:t>
            </a:r>
            <a:r>
              <a:rPr lang="pl-PL" sz="1400" dirty="0">
                <a:latin typeface="Arial" panose="020B0604020202020204" pitchFamily="34" charset="0"/>
                <a:cs typeface="Arial" panose="020B0604020202020204" pitchFamily="34" charset="0"/>
              </a:rPr>
              <a:t>(DAS) i zasady jego umieszczenia w manuskrypcie. Powinna określać, czy takie oświadczenia są obowiązkowe i stwierdzać, czy autorzy mają prawo udostępniać dane badawcze „na uzasadnione żądanie”</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zajmować sprecyzowane stanowisko w sprawie korzystania              ze </a:t>
            </a:r>
            <a:r>
              <a:rPr lang="pl-PL" sz="1400" b="1" dirty="0">
                <a:latin typeface="Arial" panose="020B0604020202020204" pitchFamily="34" charset="0"/>
                <a:cs typeface="Arial" panose="020B0604020202020204" pitchFamily="34" charset="0"/>
              </a:rPr>
              <a:t>standardów danych </a:t>
            </a:r>
            <a:r>
              <a:rPr lang="pl-PL" sz="1400" dirty="0">
                <a:latin typeface="Arial" panose="020B0604020202020204" pitchFamily="34" charset="0"/>
                <a:cs typeface="Arial" panose="020B0604020202020204" pitchFamily="34" charset="0"/>
              </a:rPr>
              <a:t>specyficznych dla danej dyscypliny,          oraz określać, czy jest preferowane lub wymagane używanie określonych </a:t>
            </a:r>
            <a:r>
              <a:rPr lang="pl-PL" sz="1400" b="1" dirty="0">
                <a:latin typeface="Arial" panose="020B0604020202020204" pitchFamily="34" charset="0"/>
                <a:cs typeface="Arial" panose="020B0604020202020204" pitchFamily="34" charset="0"/>
              </a:rPr>
              <a:t>formatów</a:t>
            </a:r>
            <a:r>
              <a:rPr lang="pl-PL" sz="1400" dirty="0">
                <a:latin typeface="Arial" panose="020B0604020202020204" pitchFamily="34" charset="0"/>
                <a:cs typeface="Arial" panose="020B0604020202020204" pitchFamily="34" charset="0"/>
              </a:rPr>
              <a:t> plików, np. formaty otwarte</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określać zasady dotyczące </a:t>
            </a:r>
            <a:r>
              <a:rPr lang="pl-PL" sz="1400" b="1" dirty="0">
                <a:latin typeface="Arial" panose="020B0604020202020204" pitchFamily="34" charset="0"/>
                <a:cs typeface="Arial" panose="020B0604020202020204" pitchFamily="34" charset="0"/>
              </a:rPr>
              <a:t>recenzowania danych</a:t>
            </a:r>
            <a:r>
              <a:rPr lang="pl-PL" sz="1400" dirty="0">
                <a:latin typeface="Arial" panose="020B0604020202020204" pitchFamily="34" charset="0"/>
                <a:cs typeface="Arial" panose="020B0604020202020204" pitchFamily="34" charset="0"/>
              </a:rPr>
              <a:t> (kryteria oceny plików danych i ich zgodności)</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określać zasady dotyczące </a:t>
            </a:r>
            <a:r>
              <a:rPr lang="pl-PL" sz="1400" b="1" dirty="0">
                <a:latin typeface="Arial" panose="020B0604020202020204" pitchFamily="34" charset="0"/>
                <a:cs typeface="Arial" panose="020B0604020202020204" pitchFamily="34" charset="0"/>
              </a:rPr>
              <a:t>embarga</a:t>
            </a:r>
            <a:r>
              <a:rPr lang="pl-PL" sz="1400" dirty="0">
                <a:latin typeface="Arial" panose="020B0604020202020204" pitchFamily="34" charset="0"/>
                <a:cs typeface="Arial" panose="020B0604020202020204" pitchFamily="34" charset="0"/>
              </a:rPr>
              <a:t> (długość embarga może się różnić w zależności od dyscypliny, typu danych i badania)</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określać zasady dotyczące przygotowania </a:t>
            </a:r>
            <a:r>
              <a:rPr lang="pl-PL" sz="1400" b="1" dirty="0">
                <a:latin typeface="Arial" panose="020B0604020202020204" pitchFamily="34" charset="0"/>
                <a:cs typeface="Arial" panose="020B0604020202020204" pitchFamily="34" charset="0"/>
              </a:rPr>
              <a:t>Planu Zarządzania Danymi</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zapewniać wsparcie </a:t>
            </a:r>
            <a:r>
              <a:rPr lang="pl-PL" sz="1400" b="1" dirty="0">
                <a:latin typeface="Arial" panose="020B0604020202020204" pitchFamily="34" charset="0"/>
                <a:cs typeface="Arial" panose="020B0604020202020204" pitchFamily="34" charset="0"/>
              </a:rPr>
              <a:t>informacyjne</a:t>
            </a:r>
            <a:r>
              <a:rPr lang="pl-PL" sz="1400" dirty="0">
                <a:latin typeface="Arial" panose="020B0604020202020204" pitchFamily="34" charset="0"/>
                <a:cs typeface="Arial" panose="020B0604020202020204" pitchFamily="34" charset="0"/>
              </a:rPr>
              <a:t> dla autorów</a:t>
            </a:r>
          </a:p>
        </p:txBody>
      </p:sp>
      <p:pic>
        <p:nvPicPr>
          <p:cNvPr id="2" name="Obraz 1"/>
          <p:cNvPicPr>
            <a:picLocks noChangeAspect="1"/>
          </p:cNvPicPr>
          <p:nvPr/>
        </p:nvPicPr>
        <p:blipFill rotWithShape="1">
          <a:blip r:embed="rId3">
            <a:extLst>
              <a:ext uri="{28A0092B-C50C-407E-A947-70E740481C1C}">
                <a14:useLocalDpi xmlns:a14="http://schemas.microsoft.com/office/drawing/2010/main" val="0"/>
              </a:ext>
            </a:extLst>
          </a:blip>
          <a:srcRect r="76523"/>
          <a:stretch/>
        </p:blipFill>
        <p:spPr>
          <a:xfrm>
            <a:off x="1143" y="2267524"/>
            <a:ext cx="2146439" cy="4590476"/>
          </a:xfrm>
          <a:prstGeom prst="rect">
            <a:avLst/>
          </a:prstGeom>
        </p:spPr>
      </p:pic>
    </p:spTree>
    <p:extLst>
      <p:ext uri="{BB962C8B-B14F-4D97-AF65-F5344CB8AC3E}">
        <p14:creationId xmlns:p14="http://schemas.microsoft.com/office/powerpoint/2010/main" val="403438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stokąt 6"/>
          <p:cNvSpPr/>
          <p:nvPr/>
        </p:nvSpPr>
        <p:spPr>
          <a:xfrm>
            <a:off x="0" y="1409802"/>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13" name="pole tekstowe 12"/>
          <p:cNvSpPr txBox="1"/>
          <p:nvPr/>
        </p:nvSpPr>
        <p:spPr>
          <a:xfrm>
            <a:off x="3815342" y="3384814"/>
            <a:ext cx="1929468" cy="338554"/>
          </a:xfrm>
          <a:prstGeom prst="rect">
            <a:avLst/>
          </a:prstGeom>
          <a:noFill/>
        </p:spPr>
        <p:txBody>
          <a:bodyPr wrap="square" rtlCol="0">
            <a:spAutoFit/>
          </a:bodyPr>
          <a:lstStyle/>
          <a:p>
            <a:pPr algn="ctr"/>
            <a:r>
              <a:rPr lang="pl-PL" sz="1600" dirty="0">
                <a:solidFill>
                  <a:schemeClr val="bg1"/>
                </a:solidFill>
              </a:rPr>
              <a:t>wiarygodność</a:t>
            </a:r>
          </a:p>
        </p:txBody>
      </p:sp>
      <p:sp>
        <p:nvSpPr>
          <p:cNvPr id="14" name="pole tekstowe 13"/>
          <p:cNvSpPr txBox="1"/>
          <p:nvPr/>
        </p:nvSpPr>
        <p:spPr>
          <a:xfrm>
            <a:off x="5489246" y="3384814"/>
            <a:ext cx="1929468" cy="338554"/>
          </a:xfrm>
          <a:prstGeom prst="rect">
            <a:avLst/>
          </a:prstGeom>
          <a:noFill/>
        </p:spPr>
        <p:txBody>
          <a:bodyPr wrap="square" rtlCol="0">
            <a:spAutoFit/>
          </a:bodyPr>
          <a:lstStyle/>
          <a:p>
            <a:pPr algn="ctr"/>
            <a:r>
              <a:rPr lang="pl-PL" sz="1600" dirty="0">
                <a:solidFill>
                  <a:schemeClr val="bg1"/>
                </a:solidFill>
              </a:rPr>
              <a:t>widoczność</a:t>
            </a:r>
          </a:p>
        </p:txBody>
      </p:sp>
      <p:sp>
        <p:nvSpPr>
          <p:cNvPr id="19" name="Symbol zastępczy tekstu 3"/>
          <p:cNvSpPr>
            <a:spLocks noGrp="1"/>
          </p:cNvSpPr>
          <p:nvPr>
            <p:ph type="body" sz="quarter" idx="10"/>
          </p:nvPr>
        </p:nvSpPr>
        <p:spPr>
          <a:xfrm>
            <a:off x="493799" y="1676884"/>
            <a:ext cx="4189412" cy="406715"/>
          </a:xfrm>
        </p:spPr>
        <p:txBody>
          <a:bodyPr/>
          <a:lstStyle/>
          <a:p>
            <a:r>
              <a:rPr lang="pl-PL" dirty="0"/>
              <a:t>Metodologia</a:t>
            </a:r>
          </a:p>
        </p:txBody>
      </p:sp>
      <p:pic>
        <p:nvPicPr>
          <p:cNvPr id="16" name="Obraz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8" name="pole tekstowe 7"/>
          <p:cNvSpPr txBox="1"/>
          <p:nvPr/>
        </p:nvSpPr>
        <p:spPr>
          <a:xfrm>
            <a:off x="637484" y="2616517"/>
            <a:ext cx="7558560" cy="2031325"/>
          </a:xfrm>
          <a:prstGeom prst="rect">
            <a:avLst/>
          </a:prstGeom>
          <a:noFill/>
        </p:spPr>
        <p:txBody>
          <a:bodyPr wrap="square" rtlCol="0">
            <a:spAutoFit/>
          </a:bodyPr>
          <a:lstStyle/>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duże zróżnicowanie między politykami dot. danych w takich aspektach, jak ich treść, możliwość ich odnalezienia, łatwość interpretacji, integracja infrastruktury i wsparcie zgodności</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w efekcie badaczom trudno jest zrozumieć i przestrzegać polityki danych, a dostawcom infrastruktury i personelowi wsparcia badań trudno jest pomóc w przestrzeganiu polityki danych</a:t>
            </a:r>
          </a:p>
          <a:p>
            <a:pPr marL="171450" indent="-171450" algn="just">
              <a:buClr>
                <a:srgbClr val="E31B23"/>
              </a:buClr>
              <a:buFont typeface="Wingdings" panose="05000000000000000000" pitchFamily="2" charset="2"/>
              <a:buChar char="§"/>
            </a:pPr>
            <a:r>
              <a:rPr lang="pl-PL" sz="1400" dirty="0">
                <a:latin typeface="Arial" panose="020B0604020202020204" pitchFamily="34" charset="0"/>
                <a:cs typeface="Arial" panose="020B0604020202020204" pitchFamily="34" charset="0"/>
              </a:rPr>
              <a:t>lista cech polityki danych badawczych uwzględniona w ramach polityki została opracowana poprzez przegląd, połączenie i zharmonizowanie wymagań istniejących polityk danych badawczych wydawców naukowych</a:t>
            </a:r>
          </a:p>
        </p:txBody>
      </p:sp>
      <p:pic>
        <p:nvPicPr>
          <p:cNvPr id="3" name="Obraz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992276"/>
            <a:ext cx="9144000" cy="847725"/>
          </a:xfrm>
          <a:prstGeom prst="rect">
            <a:avLst/>
          </a:prstGeom>
        </p:spPr>
      </p:pic>
    </p:spTree>
    <p:extLst>
      <p:ext uri="{BB962C8B-B14F-4D97-AF65-F5344CB8AC3E}">
        <p14:creationId xmlns:p14="http://schemas.microsoft.com/office/powerpoint/2010/main" val="2636314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667234"/>
            <a:ext cx="313470" cy="320001"/>
          </a:xfrm>
          <a:prstGeom prst="rect">
            <a:avLst/>
          </a:prstGeom>
        </p:spPr>
      </p:pic>
      <p:sp>
        <p:nvSpPr>
          <p:cNvPr id="7" name="pole tekstowe 6"/>
          <p:cNvSpPr txBox="1"/>
          <p:nvPr/>
        </p:nvSpPr>
        <p:spPr>
          <a:xfrm>
            <a:off x="1143646" y="4667234"/>
            <a:ext cx="7572516" cy="738664"/>
          </a:xfrm>
          <a:prstGeom prst="rect">
            <a:avLst/>
          </a:prstGeom>
          <a:noFill/>
        </p:spPr>
        <p:txBody>
          <a:bodyPr wrap="square" rtlCol="0">
            <a:spAutoFit/>
          </a:bodyPr>
          <a:lstStyle/>
          <a:p>
            <a:r>
              <a:rPr lang="pl-PL" sz="1400" dirty="0">
                <a:solidFill>
                  <a:srgbClr val="003767"/>
                </a:solidFill>
                <a:hlinkClick r:id="rId4"/>
              </a:rPr>
              <a:t>https://www.springernature.com/gp/authors/research-data-policy</a:t>
            </a:r>
            <a:endParaRPr lang="pl-PL" sz="1400" dirty="0">
              <a:solidFill>
                <a:srgbClr val="003767"/>
              </a:solidFill>
            </a:endParaRPr>
          </a:p>
          <a:p>
            <a:endParaRPr lang="pl-PL" sz="1400" dirty="0">
              <a:solidFill>
                <a:srgbClr val="003767"/>
              </a:solidFill>
            </a:endParaRPr>
          </a:p>
          <a:p>
            <a:r>
              <a:rPr lang="pl-PL" sz="1400" dirty="0">
                <a:solidFill>
                  <a:srgbClr val="003767"/>
                </a:solidFill>
                <a:hlinkClick r:id="rId5"/>
              </a:rPr>
              <a:t>https://www.springernature.com/gp/authors/research-data-policy/research-data-policy-types</a:t>
            </a:r>
            <a:r>
              <a:rPr lang="pl-PL" sz="1400" dirty="0">
                <a:solidFill>
                  <a:srgbClr val="003767"/>
                </a:solidFill>
              </a:rPr>
              <a:t> </a:t>
            </a:r>
          </a:p>
        </p:txBody>
      </p:sp>
      <p:sp>
        <p:nvSpPr>
          <p:cNvPr id="35" name="Symbol zastępczy tekstu 3"/>
          <p:cNvSpPr>
            <a:spLocks noGrp="1"/>
          </p:cNvSpPr>
          <p:nvPr>
            <p:ph type="body" sz="quarter" idx="10"/>
          </p:nvPr>
        </p:nvSpPr>
        <p:spPr>
          <a:xfrm>
            <a:off x="493799" y="1676884"/>
            <a:ext cx="4189412" cy="406715"/>
          </a:xfrm>
        </p:spPr>
        <p:txBody>
          <a:bodyPr/>
          <a:lstStyle/>
          <a:p>
            <a:r>
              <a:rPr lang="pl-PL" dirty="0"/>
              <a:t>SPRINGER</a:t>
            </a:r>
          </a:p>
        </p:txBody>
      </p:sp>
      <p:pic>
        <p:nvPicPr>
          <p:cNvPr id="2" name="Obraz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73636" y="637563"/>
            <a:ext cx="3131750" cy="304612"/>
          </a:xfrm>
          <a:prstGeom prst="rect">
            <a:avLst/>
          </a:prstGeom>
        </p:spPr>
      </p:pic>
      <p:pic>
        <p:nvPicPr>
          <p:cNvPr id="8" name="Obraz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5069356"/>
            <a:ext cx="313470" cy="320001"/>
          </a:xfrm>
          <a:prstGeom prst="rect">
            <a:avLst/>
          </a:prstGeom>
        </p:spPr>
      </p:pic>
      <p:sp>
        <p:nvSpPr>
          <p:cNvPr id="9" name="Podtytuł 2"/>
          <p:cNvSpPr>
            <a:spLocks noGrp="1"/>
          </p:cNvSpPr>
          <p:nvPr>
            <p:ph type="subTitle" idx="1"/>
          </p:nvPr>
        </p:nvSpPr>
        <p:spPr>
          <a:xfrm>
            <a:off x="1042978" y="2915598"/>
            <a:ext cx="7262408" cy="1655762"/>
          </a:xfrm>
        </p:spPr>
        <p:txBody>
          <a:bodyPr>
            <a:normAutofit/>
          </a:bodyPr>
          <a:lstStyle/>
          <a:p>
            <a:pPr>
              <a:lnSpc>
                <a:spcPct val="100000"/>
              </a:lnSpc>
              <a:spcBef>
                <a:spcPts val="100"/>
              </a:spcBef>
            </a:pPr>
            <a:r>
              <a:rPr lang="pl-PL" sz="1400" b="0" dirty="0"/>
              <a:t>standardowa polityka dla wszystkich tytułów (2023 r.)</a:t>
            </a:r>
          </a:p>
          <a:p>
            <a:pPr>
              <a:lnSpc>
                <a:spcPct val="100000"/>
              </a:lnSpc>
              <a:spcBef>
                <a:spcPts val="100"/>
              </a:spcBef>
            </a:pPr>
            <a:r>
              <a:rPr lang="pl-PL" sz="1400" b="0" dirty="0"/>
              <a:t>dawniej: 4-poziomowa polityka</a:t>
            </a:r>
          </a:p>
          <a:p>
            <a:pPr>
              <a:lnSpc>
                <a:spcPct val="100000"/>
              </a:lnSpc>
              <a:spcBef>
                <a:spcPts val="100"/>
              </a:spcBef>
            </a:pPr>
            <a:r>
              <a:rPr lang="pl-PL" sz="1400" b="0" dirty="0"/>
              <a:t>rozbudowana pomoc w wyborze repozytoriów (w tym wymagane dane/repozytoria)</a:t>
            </a:r>
          </a:p>
          <a:p>
            <a:pPr>
              <a:lnSpc>
                <a:spcPct val="100000"/>
              </a:lnSpc>
              <a:spcBef>
                <a:spcPts val="100"/>
              </a:spcBef>
            </a:pPr>
            <a:r>
              <a:rPr lang="pl-PL" sz="1400" b="0" dirty="0"/>
              <a:t>zakładka o danych wrażliwych</a:t>
            </a:r>
          </a:p>
          <a:p>
            <a:pPr>
              <a:lnSpc>
                <a:spcPct val="100000"/>
              </a:lnSpc>
              <a:spcBef>
                <a:spcPts val="100"/>
              </a:spcBef>
            </a:pPr>
            <a:r>
              <a:rPr lang="pl-PL" sz="1400" b="0" dirty="0"/>
              <a:t>FORCE11 Joint </a:t>
            </a:r>
            <a:r>
              <a:rPr lang="pl-PL" sz="1400" b="0" dirty="0" err="1"/>
              <a:t>Declaration</a:t>
            </a:r>
            <a:r>
              <a:rPr lang="pl-PL" sz="1400" b="0" dirty="0"/>
              <a:t> of Data </a:t>
            </a:r>
            <a:r>
              <a:rPr lang="pl-PL" sz="1400" b="0" dirty="0" err="1"/>
              <a:t>Citation</a:t>
            </a:r>
            <a:r>
              <a:rPr lang="pl-PL" sz="1400" b="0" dirty="0"/>
              <a:t> </a:t>
            </a:r>
            <a:r>
              <a:rPr lang="pl-PL" sz="1400" b="0" dirty="0" err="1"/>
              <a:t>Principles</a:t>
            </a:r>
            <a:endParaRPr lang="pl-PL" sz="1400" b="0" dirty="0"/>
          </a:p>
          <a:p>
            <a:pPr>
              <a:lnSpc>
                <a:spcPct val="100000"/>
              </a:lnSpc>
              <a:spcBef>
                <a:spcPts val="100"/>
              </a:spcBef>
            </a:pPr>
            <a:r>
              <a:rPr lang="pl-PL" sz="1400" b="0" dirty="0"/>
              <a:t>helpdesk</a:t>
            </a:r>
          </a:p>
        </p:txBody>
      </p:sp>
      <p:pic>
        <p:nvPicPr>
          <p:cNvPr id="4" name="Obraz 3"/>
          <p:cNvPicPr>
            <a:picLocks noChangeAspect="1"/>
          </p:cNvPicPr>
          <p:nvPr/>
        </p:nvPicPr>
        <p:blipFill rotWithShape="1">
          <a:blip r:embed="rId7">
            <a:extLst>
              <a:ext uri="{28A0092B-C50C-407E-A947-70E740481C1C}">
                <a14:useLocalDpi xmlns:a14="http://schemas.microsoft.com/office/drawing/2010/main" val="0"/>
              </a:ext>
            </a:extLst>
          </a:blip>
          <a:srcRect b="71701"/>
          <a:stretch/>
        </p:blipFill>
        <p:spPr>
          <a:xfrm>
            <a:off x="0" y="1408671"/>
            <a:ext cx="9142857" cy="1299045"/>
          </a:xfrm>
          <a:prstGeom prst="rect">
            <a:avLst/>
          </a:prstGeom>
        </p:spPr>
      </p:pic>
    </p:spTree>
    <p:extLst>
      <p:ext uri="{BB962C8B-B14F-4D97-AF65-F5344CB8AC3E}">
        <p14:creationId xmlns:p14="http://schemas.microsoft.com/office/powerpoint/2010/main" val="30055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lstStyle/>
          <a:p>
            <a:r>
              <a:rPr lang="pl-PL" dirty="0"/>
              <a:t>ELSEVIER</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137508"/>
            <a:ext cx="313470" cy="320001"/>
          </a:xfrm>
          <a:prstGeom prst="rect">
            <a:avLst/>
          </a:prstGeom>
        </p:spPr>
      </p:pic>
      <p:sp>
        <p:nvSpPr>
          <p:cNvPr id="7" name="pole tekstowe 6"/>
          <p:cNvSpPr txBox="1"/>
          <p:nvPr/>
        </p:nvSpPr>
        <p:spPr>
          <a:xfrm>
            <a:off x="1143646" y="4127372"/>
            <a:ext cx="6742005" cy="1815882"/>
          </a:xfrm>
          <a:prstGeom prst="rect">
            <a:avLst/>
          </a:prstGeom>
          <a:noFill/>
        </p:spPr>
        <p:txBody>
          <a:bodyPr wrap="square" rtlCol="0">
            <a:spAutoFit/>
          </a:bodyPr>
          <a:lstStyle/>
          <a:p>
            <a:pPr fontAlgn="base"/>
            <a:r>
              <a:rPr lang="en-GB" sz="1400" u="sng" dirty="0">
                <a:hlinkClick r:id="rId4" tooltip="https://www.elsevier.com/about/policies-and-standards/research-data"/>
              </a:rPr>
              <a:t>https://www.elsevier.com/about/policies-and-standards/research-data</a:t>
            </a:r>
            <a:endParaRPr lang="pl-PL" sz="1400" u="sng" dirty="0"/>
          </a:p>
          <a:p>
            <a:pPr fontAlgn="base"/>
            <a:endParaRPr lang="pl-PL" sz="1400" dirty="0"/>
          </a:p>
          <a:p>
            <a:pPr fontAlgn="base"/>
            <a:r>
              <a:rPr lang="en-GB" sz="1400" u="sng" dirty="0">
                <a:hlinkClick r:id="rId5"/>
              </a:rPr>
              <a:t>https://www.elsevier.com/about/open-science/research-data</a:t>
            </a:r>
            <a:r>
              <a:rPr lang="en-GB" sz="1400" dirty="0"/>
              <a:t> </a:t>
            </a:r>
            <a:endParaRPr lang="pl-PL" sz="1400" dirty="0"/>
          </a:p>
          <a:p>
            <a:pPr fontAlgn="base"/>
            <a:endParaRPr lang="pl-PL" sz="1400" dirty="0"/>
          </a:p>
          <a:p>
            <a:pPr fontAlgn="base"/>
            <a:r>
              <a:rPr lang="en-GB" sz="1400" u="sng" dirty="0">
                <a:hlinkClick r:id="rId6"/>
              </a:rPr>
              <a:t>https://www.elsevier.com/researcher/author/tools-and-resources/research-data</a:t>
            </a:r>
            <a:endParaRPr lang="pl-PL" sz="1400" u="sng" dirty="0"/>
          </a:p>
          <a:p>
            <a:pPr fontAlgn="base"/>
            <a:endParaRPr lang="pl-PL" sz="1400" dirty="0"/>
          </a:p>
          <a:p>
            <a:pPr fontAlgn="base"/>
            <a:r>
              <a:rPr lang="en-GB" sz="1400" u="sng" dirty="0">
                <a:hlinkClick r:id="rId7"/>
              </a:rPr>
              <a:t>https://www.elsevier.com/researcher/author/tools-and-resources/research-data/data-guidelines</a:t>
            </a:r>
            <a:r>
              <a:rPr lang="en-GB" sz="1400" dirty="0"/>
              <a:t> </a:t>
            </a:r>
            <a:endParaRPr lang="pl-PL" sz="1400" dirty="0"/>
          </a:p>
        </p:txBody>
      </p:sp>
      <p:pic>
        <p:nvPicPr>
          <p:cNvPr id="24" name="Obraz 23"/>
          <p:cNvPicPr>
            <a:picLocks noChangeAspect="1"/>
          </p:cNvPicPr>
          <p:nvPr/>
        </p:nvPicPr>
        <p:blipFill rotWithShape="1">
          <a:blip r:embed="rId8">
            <a:extLst>
              <a:ext uri="{28A0092B-C50C-407E-A947-70E740481C1C}">
                <a14:useLocalDpi xmlns:a14="http://schemas.microsoft.com/office/drawing/2010/main" val="0"/>
              </a:ext>
            </a:extLst>
          </a:blip>
          <a:srcRect l="33993" t="20160" r="33725" b="19940"/>
          <a:stretch/>
        </p:blipFill>
        <p:spPr>
          <a:xfrm>
            <a:off x="7348756" y="251779"/>
            <a:ext cx="956630" cy="1065017"/>
          </a:xfrm>
          <a:prstGeom prst="rect">
            <a:avLst/>
          </a:prstGeom>
        </p:spPr>
      </p:pic>
      <p:pic>
        <p:nvPicPr>
          <p:cNvPr id="30" name="Obraz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561130"/>
            <a:ext cx="313470" cy="320001"/>
          </a:xfrm>
          <a:prstGeom prst="rect">
            <a:avLst/>
          </a:prstGeom>
        </p:spPr>
      </p:pic>
      <p:pic>
        <p:nvPicPr>
          <p:cNvPr id="36" name="Obraz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984752"/>
            <a:ext cx="313470" cy="320001"/>
          </a:xfrm>
          <a:prstGeom prst="rect">
            <a:avLst/>
          </a:prstGeom>
        </p:spPr>
      </p:pic>
      <p:pic>
        <p:nvPicPr>
          <p:cNvPr id="38" name="Obraz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5408374"/>
            <a:ext cx="313470" cy="320001"/>
          </a:xfrm>
          <a:prstGeom prst="rect">
            <a:avLst/>
          </a:prstGeom>
        </p:spPr>
      </p:pic>
      <p:pic>
        <p:nvPicPr>
          <p:cNvPr id="2" name="Obraz 1"/>
          <p:cNvPicPr>
            <a:picLocks noChangeAspect="1"/>
          </p:cNvPicPr>
          <p:nvPr/>
        </p:nvPicPr>
        <p:blipFill rotWithShape="1">
          <a:blip r:embed="rId9">
            <a:extLst>
              <a:ext uri="{28A0092B-C50C-407E-A947-70E740481C1C}">
                <a14:useLocalDpi xmlns:a14="http://schemas.microsoft.com/office/drawing/2010/main" val="0"/>
              </a:ext>
            </a:extLst>
          </a:blip>
          <a:srcRect b="71519"/>
          <a:stretch/>
        </p:blipFill>
        <p:spPr>
          <a:xfrm>
            <a:off x="0" y="1408671"/>
            <a:ext cx="9142857" cy="1307434"/>
          </a:xfrm>
          <a:prstGeom prst="rect">
            <a:avLst/>
          </a:prstGeom>
        </p:spPr>
      </p:pic>
      <p:sp>
        <p:nvSpPr>
          <p:cNvPr id="12" name="Podtytuł 2"/>
          <p:cNvSpPr>
            <a:spLocks noGrp="1"/>
          </p:cNvSpPr>
          <p:nvPr>
            <p:ph type="subTitle" idx="1"/>
          </p:nvPr>
        </p:nvSpPr>
        <p:spPr>
          <a:xfrm>
            <a:off x="1042978" y="2915599"/>
            <a:ext cx="7262408" cy="1655762"/>
          </a:xfrm>
        </p:spPr>
        <p:txBody>
          <a:bodyPr>
            <a:normAutofit/>
          </a:bodyPr>
          <a:lstStyle/>
          <a:p>
            <a:pPr>
              <a:lnSpc>
                <a:spcPct val="100000"/>
              </a:lnSpc>
              <a:spcBef>
                <a:spcPts val="100"/>
              </a:spcBef>
            </a:pPr>
            <a:r>
              <a:rPr lang="pl-PL" sz="1400" b="0" dirty="0"/>
              <a:t>5-poziomowa polityka</a:t>
            </a:r>
          </a:p>
          <a:p>
            <a:pPr>
              <a:lnSpc>
                <a:spcPct val="100000"/>
              </a:lnSpc>
              <a:spcBef>
                <a:spcPts val="100"/>
              </a:spcBef>
            </a:pPr>
            <a:r>
              <a:rPr lang="pl-PL" sz="1400" b="0" dirty="0"/>
              <a:t>własne repozytorium </a:t>
            </a:r>
            <a:r>
              <a:rPr lang="pl-PL" sz="1400" b="0" dirty="0" err="1"/>
              <a:t>Mendeley</a:t>
            </a:r>
            <a:r>
              <a:rPr lang="pl-PL" sz="1400" b="0" dirty="0"/>
              <a:t> Data</a:t>
            </a:r>
          </a:p>
          <a:p>
            <a:pPr>
              <a:lnSpc>
                <a:spcPct val="100000"/>
              </a:lnSpc>
              <a:spcBef>
                <a:spcPts val="100"/>
              </a:spcBef>
            </a:pPr>
            <a:r>
              <a:rPr lang="pl-PL" sz="1400" b="0" dirty="0"/>
              <a:t>dopuszczalne embargo</a:t>
            </a:r>
          </a:p>
          <a:p>
            <a:pPr>
              <a:lnSpc>
                <a:spcPct val="100000"/>
              </a:lnSpc>
              <a:spcBef>
                <a:spcPts val="100"/>
              </a:spcBef>
            </a:pPr>
            <a:r>
              <a:rPr lang="en-US" sz="1400" b="0" dirty="0"/>
              <a:t>Declaration of Data Citation Principles</a:t>
            </a:r>
            <a:r>
              <a:rPr lang="pl-PL" sz="1400" b="0" dirty="0"/>
              <a:t> FORCE11</a:t>
            </a:r>
          </a:p>
        </p:txBody>
      </p:sp>
    </p:spTree>
    <p:extLst>
      <p:ext uri="{BB962C8B-B14F-4D97-AF65-F5344CB8AC3E}">
        <p14:creationId xmlns:p14="http://schemas.microsoft.com/office/powerpoint/2010/main" val="365696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lstStyle/>
          <a:p>
            <a:r>
              <a:rPr lang="pl-PL" dirty="0"/>
              <a:t>TAYLOR &amp; FRANCIS</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545" y="4847078"/>
            <a:ext cx="313470" cy="320001"/>
          </a:xfrm>
          <a:prstGeom prst="rect">
            <a:avLst/>
          </a:prstGeom>
        </p:spPr>
      </p:pic>
      <p:sp>
        <p:nvSpPr>
          <p:cNvPr id="7" name="pole tekstowe 6"/>
          <p:cNvSpPr txBox="1"/>
          <p:nvPr/>
        </p:nvSpPr>
        <p:spPr>
          <a:xfrm>
            <a:off x="1200997" y="4853191"/>
            <a:ext cx="6742005" cy="307777"/>
          </a:xfrm>
          <a:prstGeom prst="rect">
            <a:avLst/>
          </a:prstGeom>
          <a:noFill/>
        </p:spPr>
        <p:txBody>
          <a:bodyPr wrap="square" rtlCol="0">
            <a:spAutoFit/>
          </a:bodyPr>
          <a:lstStyle/>
          <a:p>
            <a:pPr fontAlgn="base"/>
            <a:r>
              <a:rPr lang="en-GB" sz="1400" u="sng" dirty="0">
                <a:hlinkClick r:id="rId4"/>
              </a:rPr>
              <a:t>https://authorservices.taylorandfrancis.com/data-sharing-policies/#datapolicies</a:t>
            </a:r>
            <a:r>
              <a:rPr lang="pl-PL" sz="1400" u="sng" dirty="0"/>
              <a:t> </a:t>
            </a:r>
          </a:p>
        </p:txBody>
      </p:sp>
      <p:pic>
        <p:nvPicPr>
          <p:cNvPr id="2" name="Obraz 1"/>
          <p:cNvPicPr>
            <a:picLocks noChangeAspect="1"/>
          </p:cNvPicPr>
          <p:nvPr/>
        </p:nvPicPr>
        <p:blipFill rotWithShape="1">
          <a:blip r:embed="rId5" cstate="print">
            <a:extLst>
              <a:ext uri="{28A0092B-C50C-407E-A947-70E740481C1C}">
                <a14:useLocalDpi xmlns:a14="http://schemas.microsoft.com/office/drawing/2010/main" val="0"/>
              </a:ext>
            </a:extLst>
          </a:blip>
          <a:srcRect t="26912" b="32322"/>
          <a:stretch/>
        </p:blipFill>
        <p:spPr>
          <a:xfrm>
            <a:off x="5532701" y="439634"/>
            <a:ext cx="2772685" cy="694042"/>
          </a:xfrm>
          <a:prstGeom prst="rect">
            <a:avLst/>
          </a:prstGeom>
        </p:spPr>
      </p:pic>
      <p:sp>
        <p:nvSpPr>
          <p:cNvPr id="8" name="Podtytuł 2"/>
          <p:cNvSpPr>
            <a:spLocks noGrp="1"/>
          </p:cNvSpPr>
          <p:nvPr>
            <p:ph type="subTitle" idx="1"/>
          </p:nvPr>
        </p:nvSpPr>
        <p:spPr>
          <a:xfrm>
            <a:off x="1002015" y="2866614"/>
            <a:ext cx="7262408" cy="1999300"/>
          </a:xfrm>
        </p:spPr>
        <p:txBody>
          <a:bodyPr>
            <a:normAutofit/>
          </a:bodyPr>
          <a:lstStyle/>
          <a:p>
            <a:pPr>
              <a:lnSpc>
                <a:spcPct val="100000"/>
              </a:lnSpc>
              <a:spcBef>
                <a:spcPts val="100"/>
              </a:spcBef>
            </a:pPr>
            <a:r>
              <a:rPr lang="pl-PL" sz="1400" b="0" dirty="0"/>
              <a:t>5 różnych polityk w zależności od czasopism (tabela)</a:t>
            </a:r>
          </a:p>
          <a:p>
            <a:pPr>
              <a:lnSpc>
                <a:spcPct val="100000"/>
              </a:lnSpc>
              <a:spcBef>
                <a:spcPts val="100"/>
              </a:spcBef>
            </a:pPr>
            <a:r>
              <a:rPr lang="pl-PL" sz="1400" b="0" dirty="0"/>
              <a:t>bardzo rozbudowane strony i materiały graficzne</a:t>
            </a:r>
          </a:p>
          <a:p>
            <a:pPr>
              <a:lnSpc>
                <a:spcPct val="100000"/>
              </a:lnSpc>
              <a:spcBef>
                <a:spcPts val="100"/>
              </a:spcBef>
            </a:pPr>
            <a:r>
              <a:rPr lang="pl-PL" sz="1400" b="0" dirty="0"/>
              <a:t>mity dotyczące udostępniania danych badawczych</a:t>
            </a:r>
          </a:p>
          <a:p>
            <a:pPr>
              <a:lnSpc>
                <a:spcPct val="100000"/>
              </a:lnSpc>
              <a:spcBef>
                <a:spcPts val="100"/>
              </a:spcBef>
            </a:pPr>
            <a:r>
              <a:rPr lang="pl-PL" sz="1400" b="0" dirty="0"/>
              <a:t>kwestie etyczne</a:t>
            </a:r>
          </a:p>
          <a:p>
            <a:pPr>
              <a:lnSpc>
                <a:spcPct val="100000"/>
              </a:lnSpc>
              <a:spcBef>
                <a:spcPts val="100"/>
              </a:spcBef>
            </a:pPr>
            <a:r>
              <a:rPr lang="pl-PL" sz="1400" b="0" dirty="0"/>
              <a:t>szczegółowy poradnik (w tym m.in. DMP, zasady FAIR, data </a:t>
            </a:r>
            <a:r>
              <a:rPr lang="pl-PL" sz="1400" b="0" dirty="0" err="1"/>
              <a:t>note</a:t>
            </a:r>
            <a:r>
              <a:rPr lang="pl-PL" sz="1400" b="0" dirty="0"/>
              <a:t>)</a:t>
            </a:r>
          </a:p>
          <a:p>
            <a:pPr>
              <a:lnSpc>
                <a:spcPct val="100000"/>
              </a:lnSpc>
              <a:spcBef>
                <a:spcPts val="100"/>
              </a:spcBef>
            </a:pPr>
            <a:r>
              <a:rPr lang="pl-PL" sz="1400" b="0" dirty="0"/>
              <a:t>FORCE11 Joint </a:t>
            </a:r>
            <a:r>
              <a:rPr lang="pl-PL" sz="1400" b="0" dirty="0" err="1"/>
              <a:t>Declaration</a:t>
            </a:r>
            <a:r>
              <a:rPr lang="pl-PL" sz="1400" b="0" dirty="0"/>
              <a:t> of Data </a:t>
            </a:r>
            <a:r>
              <a:rPr lang="pl-PL" sz="1400" b="0" dirty="0" err="1"/>
              <a:t>Citation</a:t>
            </a:r>
            <a:r>
              <a:rPr lang="pl-PL" sz="1400" b="0" dirty="0"/>
              <a:t> </a:t>
            </a:r>
            <a:r>
              <a:rPr lang="pl-PL" sz="1400" b="0" dirty="0" err="1"/>
              <a:t>Principles</a:t>
            </a:r>
            <a:endParaRPr lang="pl-PL" sz="1400" b="0" dirty="0"/>
          </a:p>
          <a:p>
            <a:pPr>
              <a:lnSpc>
                <a:spcPct val="100000"/>
              </a:lnSpc>
              <a:spcBef>
                <a:spcPts val="100"/>
              </a:spcBef>
            </a:pPr>
            <a:r>
              <a:rPr lang="pl-PL" sz="1400" b="0" dirty="0"/>
              <a:t>Peer </a:t>
            </a:r>
            <a:r>
              <a:rPr lang="pl-PL" sz="1400" b="0" dirty="0" err="1"/>
              <a:t>review</a:t>
            </a:r>
            <a:r>
              <a:rPr lang="pl-PL" sz="1400" b="0" dirty="0"/>
              <a:t> – recenzenci i redaktorzy sprawdzają oświadczenie i zgodność z polityką</a:t>
            </a:r>
          </a:p>
        </p:txBody>
      </p:sp>
      <p:pic>
        <p:nvPicPr>
          <p:cNvPr id="9" name="Obraz 8"/>
          <p:cNvPicPr>
            <a:picLocks noChangeAspect="1"/>
          </p:cNvPicPr>
          <p:nvPr/>
        </p:nvPicPr>
        <p:blipFill rotWithShape="1">
          <a:blip r:embed="rId6">
            <a:extLst>
              <a:ext uri="{28A0092B-C50C-407E-A947-70E740481C1C}">
                <a14:useLocalDpi xmlns:a14="http://schemas.microsoft.com/office/drawing/2010/main" val="0"/>
              </a:ext>
            </a:extLst>
          </a:blip>
          <a:srcRect b="71884"/>
          <a:stretch/>
        </p:blipFill>
        <p:spPr>
          <a:xfrm>
            <a:off x="0" y="1408671"/>
            <a:ext cx="9142857" cy="1290656"/>
          </a:xfrm>
          <a:prstGeom prst="rect">
            <a:avLst/>
          </a:prstGeom>
        </p:spPr>
      </p:pic>
    </p:spTree>
    <p:extLst>
      <p:ext uri="{BB962C8B-B14F-4D97-AF65-F5344CB8AC3E}">
        <p14:creationId xmlns:p14="http://schemas.microsoft.com/office/powerpoint/2010/main" val="304453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raz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87247" y="427778"/>
            <a:ext cx="1951696" cy="713020"/>
          </a:xfrm>
          <a:prstGeom prst="rect">
            <a:avLst/>
          </a:prstGeom>
        </p:spPr>
      </p:pic>
      <p:pic>
        <p:nvPicPr>
          <p:cNvPr id="5" name="Obraz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lstStyle/>
          <a:p>
            <a:r>
              <a:rPr lang="pl-PL" dirty="0"/>
              <a:t>WILEY</a:t>
            </a:r>
          </a:p>
        </p:txBody>
      </p:sp>
      <p:pic>
        <p:nvPicPr>
          <p:cNvPr id="6" name="Obraz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859" y="4441259"/>
            <a:ext cx="313470" cy="320001"/>
          </a:xfrm>
          <a:prstGeom prst="rect">
            <a:avLst/>
          </a:prstGeom>
        </p:spPr>
      </p:pic>
      <p:sp>
        <p:nvSpPr>
          <p:cNvPr id="7" name="pole tekstowe 6"/>
          <p:cNvSpPr txBox="1"/>
          <p:nvPr/>
        </p:nvSpPr>
        <p:spPr>
          <a:xfrm>
            <a:off x="1143646" y="4422734"/>
            <a:ext cx="6674893" cy="1169551"/>
          </a:xfrm>
          <a:prstGeom prst="rect">
            <a:avLst/>
          </a:prstGeom>
          <a:noFill/>
        </p:spPr>
        <p:txBody>
          <a:bodyPr wrap="square" rtlCol="0">
            <a:spAutoFit/>
          </a:bodyPr>
          <a:lstStyle/>
          <a:p>
            <a:r>
              <a:rPr lang="pl-PL" sz="1400" dirty="0">
                <a:solidFill>
                  <a:srgbClr val="003767"/>
                </a:solidFill>
                <a:hlinkClick r:id="rId5"/>
              </a:rPr>
              <a:t>https://authorservices.wiley.com/author-resources/Journal-Authors/open-access/data-sharing-citation/data-sharing-policy.html</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6"/>
              </a:rPr>
              <a:t>https://authorservices.wiley.com/author-resources/Journal-Authors/open-access/author-compliance-tool.html</a:t>
            </a:r>
            <a:r>
              <a:rPr lang="pl-PL" sz="1400" dirty="0">
                <a:solidFill>
                  <a:srgbClr val="003767"/>
                </a:solidFill>
              </a:rPr>
              <a:t> </a:t>
            </a:r>
          </a:p>
        </p:txBody>
      </p:sp>
      <p:pic>
        <p:nvPicPr>
          <p:cNvPr id="39" name="Obraz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859" y="5085516"/>
            <a:ext cx="313470" cy="320001"/>
          </a:xfrm>
          <a:prstGeom prst="rect">
            <a:avLst/>
          </a:prstGeom>
        </p:spPr>
      </p:pic>
      <p:pic>
        <p:nvPicPr>
          <p:cNvPr id="2" name="Obraz 1"/>
          <p:cNvPicPr>
            <a:picLocks noChangeAspect="1"/>
          </p:cNvPicPr>
          <p:nvPr/>
        </p:nvPicPr>
        <p:blipFill rotWithShape="1">
          <a:blip r:embed="rId7">
            <a:extLst>
              <a:ext uri="{28A0092B-C50C-407E-A947-70E740481C1C}">
                <a14:useLocalDpi xmlns:a14="http://schemas.microsoft.com/office/drawing/2010/main" val="0"/>
              </a:ext>
            </a:extLst>
          </a:blip>
          <a:srcRect b="71336"/>
          <a:stretch/>
        </p:blipFill>
        <p:spPr>
          <a:xfrm>
            <a:off x="0" y="1408671"/>
            <a:ext cx="9142857" cy="1315823"/>
          </a:xfrm>
          <a:prstGeom prst="rect">
            <a:avLst/>
          </a:prstGeom>
        </p:spPr>
      </p:pic>
      <p:sp>
        <p:nvSpPr>
          <p:cNvPr id="11" name="Podtytuł 2"/>
          <p:cNvSpPr txBox="1">
            <a:spLocks/>
          </p:cNvSpPr>
          <p:nvPr/>
        </p:nvSpPr>
        <p:spPr>
          <a:xfrm>
            <a:off x="1042978" y="2917965"/>
            <a:ext cx="7262408" cy="959419"/>
          </a:xfrm>
          <a:prstGeom prst="rect">
            <a:avLst/>
          </a:prstGeom>
        </p:spPr>
        <p:txBody>
          <a:bodyPr vert="horz" lIns="91440" tIns="45720" rIns="91440" bIns="45720" rtlCol="0">
            <a:noAutofit/>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10000"/>
              </a:lnSpc>
              <a:spcBef>
                <a:spcPts val="100"/>
              </a:spcBef>
            </a:pPr>
            <a:r>
              <a:rPr lang="pl-PL" sz="1400" b="0" dirty="0"/>
              <a:t>4-poziomowa polityka</a:t>
            </a:r>
          </a:p>
          <a:p>
            <a:pPr>
              <a:lnSpc>
                <a:spcPct val="110000"/>
              </a:lnSpc>
              <a:spcBef>
                <a:spcPts val="100"/>
              </a:spcBef>
            </a:pPr>
            <a:r>
              <a:rPr lang="pl-PL" sz="1400" b="0" dirty="0"/>
              <a:t>Author </a:t>
            </a:r>
            <a:r>
              <a:rPr lang="pl-PL" sz="1400" b="0" dirty="0" err="1"/>
              <a:t>Compliance</a:t>
            </a:r>
            <a:r>
              <a:rPr lang="pl-PL" sz="1400" b="0" dirty="0"/>
              <a:t> </a:t>
            </a:r>
            <a:r>
              <a:rPr lang="pl-PL" sz="1400" b="0" dirty="0" err="1"/>
              <a:t>Tool</a:t>
            </a:r>
            <a:r>
              <a:rPr lang="pl-PL" sz="1400" b="0" dirty="0"/>
              <a:t> – wyszukiwarka czasopism uwzględniająca politykę danych badawczych</a:t>
            </a:r>
          </a:p>
          <a:p>
            <a:pPr>
              <a:lnSpc>
                <a:spcPct val="110000"/>
              </a:lnSpc>
              <a:spcBef>
                <a:spcPts val="100"/>
              </a:spcBef>
            </a:pPr>
            <a:r>
              <a:rPr lang="en-US" sz="1400" b="0" dirty="0"/>
              <a:t>Declaration of Data Citation Principles</a:t>
            </a:r>
            <a:r>
              <a:rPr lang="pl-PL" sz="1400" b="0" dirty="0"/>
              <a:t> FORCE11</a:t>
            </a:r>
          </a:p>
          <a:p>
            <a:pPr>
              <a:lnSpc>
                <a:spcPct val="110000"/>
              </a:lnSpc>
              <a:spcBef>
                <a:spcPts val="100"/>
              </a:spcBef>
            </a:pPr>
            <a:r>
              <a:rPr lang="pl-PL" sz="1400" b="0" dirty="0"/>
              <a:t>informacja o licencji w sekcji FAQ</a:t>
            </a:r>
          </a:p>
        </p:txBody>
      </p:sp>
    </p:spTree>
    <p:extLst>
      <p:ext uri="{BB962C8B-B14F-4D97-AF65-F5344CB8AC3E}">
        <p14:creationId xmlns:p14="http://schemas.microsoft.com/office/powerpoint/2010/main" val="52116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lstStyle/>
          <a:p>
            <a:r>
              <a:rPr lang="pl-PL" dirty="0"/>
              <a:t>EMERALD</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031295"/>
            <a:ext cx="313470" cy="320001"/>
          </a:xfrm>
          <a:prstGeom prst="rect">
            <a:avLst/>
          </a:prstGeom>
        </p:spPr>
      </p:pic>
      <p:sp>
        <p:nvSpPr>
          <p:cNvPr id="7" name="pole tekstowe 6"/>
          <p:cNvSpPr txBox="1"/>
          <p:nvPr/>
        </p:nvSpPr>
        <p:spPr>
          <a:xfrm>
            <a:off x="1143646" y="4037937"/>
            <a:ext cx="7262408" cy="954107"/>
          </a:xfrm>
          <a:prstGeom prst="rect">
            <a:avLst/>
          </a:prstGeom>
          <a:noFill/>
        </p:spPr>
        <p:txBody>
          <a:bodyPr wrap="square" rtlCol="0">
            <a:spAutoFit/>
          </a:bodyPr>
          <a:lstStyle/>
          <a:p>
            <a:r>
              <a:rPr lang="pl-PL" sz="1400" dirty="0">
                <a:solidFill>
                  <a:srgbClr val="003767"/>
                </a:solidFill>
                <a:hlinkClick r:id="rId4"/>
              </a:rPr>
              <a:t>https://www.emeraldgrouppublishing.com/publish-with-us/author-policies/our-open-research-policies</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5"/>
              </a:rPr>
              <a:t>https://www.emeraldgrouppublishing.com/journal/dta</a:t>
            </a:r>
            <a:r>
              <a:rPr lang="pl-PL" sz="1400" dirty="0">
                <a:solidFill>
                  <a:srgbClr val="003767"/>
                </a:solidFill>
              </a:rPr>
              <a:t> </a:t>
            </a:r>
          </a:p>
        </p:txBody>
      </p:sp>
      <p:pic>
        <p:nvPicPr>
          <p:cNvPr id="2" name="Obraz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98421" y="226277"/>
            <a:ext cx="1116021" cy="1116021"/>
          </a:xfrm>
          <a:prstGeom prst="rect">
            <a:avLst/>
          </a:prstGeom>
        </p:spPr>
      </p:pic>
      <p:sp>
        <p:nvSpPr>
          <p:cNvPr id="8" name="Podtytuł 2"/>
          <p:cNvSpPr>
            <a:spLocks noGrp="1"/>
          </p:cNvSpPr>
          <p:nvPr>
            <p:ph type="subTitle" idx="1"/>
          </p:nvPr>
        </p:nvSpPr>
        <p:spPr>
          <a:xfrm>
            <a:off x="1042978" y="2917965"/>
            <a:ext cx="7262408" cy="1655762"/>
          </a:xfrm>
        </p:spPr>
        <p:txBody>
          <a:bodyPr>
            <a:normAutofit/>
          </a:bodyPr>
          <a:lstStyle/>
          <a:p>
            <a:pPr>
              <a:lnSpc>
                <a:spcPct val="100000"/>
              </a:lnSpc>
              <a:spcBef>
                <a:spcPts val="100"/>
              </a:spcBef>
            </a:pPr>
            <a:r>
              <a:rPr lang="pl-PL" sz="1400" b="0" dirty="0"/>
              <a:t>skromna polityka dot. otwartych danych badawczych</a:t>
            </a:r>
          </a:p>
          <a:p>
            <a:pPr>
              <a:lnSpc>
                <a:spcPct val="100000"/>
              </a:lnSpc>
              <a:spcBef>
                <a:spcPts val="100"/>
              </a:spcBef>
            </a:pPr>
            <a:r>
              <a:rPr lang="pl-PL" sz="1400" b="0" dirty="0"/>
              <a:t>ogólniki i parę porad, wymóg oświadczenia?</a:t>
            </a:r>
          </a:p>
          <a:p>
            <a:pPr>
              <a:lnSpc>
                <a:spcPct val="100000"/>
              </a:lnSpc>
              <a:spcBef>
                <a:spcPts val="100"/>
              </a:spcBef>
            </a:pPr>
            <a:r>
              <a:rPr lang="pl-PL" sz="1400" b="0" dirty="0"/>
              <a:t>TOP </a:t>
            </a:r>
            <a:r>
              <a:rPr lang="pl-PL" sz="1400" b="0" dirty="0" err="1"/>
              <a:t>Guidelines</a:t>
            </a:r>
            <a:r>
              <a:rPr lang="pl-PL" sz="1400" b="0" dirty="0"/>
              <a:t> – zachęcanie (ale tylko we wskazówkach bezpośrednio                     w czasopiśmie)</a:t>
            </a:r>
          </a:p>
        </p:txBody>
      </p:sp>
      <p:pic>
        <p:nvPicPr>
          <p:cNvPr id="9" name="Obraz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674996"/>
            <a:ext cx="313470" cy="320001"/>
          </a:xfrm>
          <a:prstGeom prst="rect">
            <a:avLst/>
          </a:prstGeom>
        </p:spPr>
      </p:pic>
      <p:pic>
        <p:nvPicPr>
          <p:cNvPr id="11" name="Obraz 10"/>
          <p:cNvPicPr>
            <a:picLocks noChangeAspect="1"/>
          </p:cNvPicPr>
          <p:nvPr/>
        </p:nvPicPr>
        <p:blipFill rotWithShape="1">
          <a:blip r:embed="rId7">
            <a:extLst>
              <a:ext uri="{28A0092B-C50C-407E-A947-70E740481C1C}">
                <a14:useLocalDpi xmlns:a14="http://schemas.microsoft.com/office/drawing/2010/main" val="0"/>
              </a:ext>
            </a:extLst>
          </a:blip>
          <a:srcRect b="71884"/>
          <a:stretch/>
        </p:blipFill>
        <p:spPr>
          <a:xfrm>
            <a:off x="571" y="1408671"/>
            <a:ext cx="9142857" cy="1290656"/>
          </a:xfrm>
          <a:prstGeom prst="rect">
            <a:avLst/>
          </a:prstGeom>
        </p:spPr>
      </p:pic>
    </p:spTree>
    <p:extLst>
      <p:ext uri="{BB962C8B-B14F-4D97-AF65-F5344CB8AC3E}">
        <p14:creationId xmlns:p14="http://schemas.microsoft.com/office/powerpoint/2010/main" val="2781481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3760003"/>
            <a:ext cx="313470" cy="320001"/>
          </a:xfrm>
          <a:prstGeom prst="rect">
            <a:avLst/>
          </a:prstGeom>
        </p:spPr>
      </p:pic>
      <p:sp>
        <p:nvSpPr>
          <p:cNvPr id="7" name="pole tekstowe 6"/>
          <p:cNvSpPr txBox="1"/>
          <p:nvPr/>
        </p:nvSpPr>
        <p:spPr>
          <a:xfrm>
            <a:off x="1143646" y="3766645"/>
            <a:ext cx="7161740" cy="523220"/>
          </a:xfrm>
          <a:prstGeom prst="rect">
            <a:avLst/>
          </a:prstGeom>
          <a:noFill/>
        </p:spPr>
        <p:txBody>
          <a:bodyPr wrap="square" rtlCol="0">
            <a:spAutoFit/>
          </a:bodyPr>
          <a:lstStyle/>
          <a:p>
            <a:r>
              <a:rPr lang="pl-PL" sz="1400" dirty="0">
                <a:solidFill>
                  <a:srgbClr val="003767"/>
                </a:solidFill>
                <a:hlinkClick r:id="rId4"/>
              </a:rPr>
              <a:t>https://journals.ieeeauthorcenter.ieee.org/create-your-ieee-journal-article/research-reproducibility/#sharingdata</a:t>
            </a:r>
            <a:r>
              <a:rPr lang="pl-PL" sz="1400" dirty="0">
                <a:solidFill>
                  <a:srgbClr val="003767"/>
                </a:solidFill>
              </a:rPr>
              <a:t> </a:t>
            </a:r>
          </a:p>
        </p:txBody>
      </p:sp>
      <p:sp>
        <p:nvSpPr>
          <p:cNvPr id="35" name="Symbol zastępczy tekstu 3"/>
          <p:cNvSpPr>
            <a:spLocks noGrp="1"/>
          </p:cNvSpPr>
          <p:nvPr>
            <p:ph type="body" sz="quarter" idx="10"/>
          </p:nvPr>
        </p:nvSpPr>
        <p:spPr>
          <a:xfrm>
            <a:off x="493799" y="1676884"/>
            <a:ext cx="4189412" cy="406715"/>
          </a:xfrm>
        </p:spPr>
        <p:txBody>
          <a:bodyPr/>
          <a:lstStyle/>
          <a:p>
            <a:r>
              <a:rPr lang="en-GB" dirty="0"/>
              <a:t>IEEE</a:t>
            </a:r>
            <a:endParaRPr lang="pl-PL" dirty="0"/>
          </a:p>
        </p:txBody>
      </p:sp>
      <p:pic>
        <p:nvPicPr>
          <p:cNvPr id="8" name="Obraz 7"/>
          <p:cNvPicPr>
            <a:picLocks noChangeAspect="1"/>
          </p:cNvPicPr>
          <p:nvPr/>
        </p:nvPicPr>
        <p:blipFill rotWithShape="1">
          <a:blip r:embed="rId5">
            <a:extLst>
              <a:ext uri="{28A0092B-C50C-407E-A947-70E740481C1C}">
                <a14:useLocalDpi xmlns:a14="http://schemas.microsoft.com/office/drawing/2010/main" val="0"/>
              </a:ext>
            </a:extLst>
          </a:blip>
          <a:srcRect l="25192" t="25682" r="25033" b="26346"/>
          <a:stretch/>
        </p:blipFill>
        <p:spPr>
          <a:xfrm>
            <a:off x="6736360" y="314761"/>
            <a:ext cx="1602582" cy="926732"/>
          </a:xfrm>
          <a:prstGeom prst="rect">
            <a:avLst/>
          </a:prstGeom>
        </p:spPr>
      </p:pic>
      <p:pic>
        <p:nvPicPr>
          <p:cNvPr id="2" name="Obraz 1"/>
          <p:cNvPicPr>
            <a:picLocks noChangeAspect="1"/>
          </p:cNvPicPr>
          <p:nvPr/>
        </p:nvPicPr>
        <p:blipFill rotWithShape="1">
          <a:blip r:embed="rId6">
            <a:extLst>
              <a:ext uri="{28A0092B-C50C-407E-A947-70E740481C1C}">
                <a14:useLocalDpi xmlns:a14="http://schemas.microsoft.com/office/drawing/2010/main" val="0"/>
              </a:ext>
            </a:extLst>
          </a:blip>
          <a:srcRect b="72067"/>
          <a:stretch/>
        </p:blipFill>
        <p:spPr>
          <a:xfrm>
            <a:off x="1143" y="1408671"/>
            <a:ext cx="9142857" cy="1282267"/>
          </a:xfrm>
          <a:prstGeom prst="rect">
            <a:avLst/>
          </a:prstGeom>
        </p:spPr>
      </p:pic>
      <p:sp>
        <p:nvSpPr>
          <p:cNvPr id="12" name="Podtytuł 2"/>
          <p:cNvSpPr txBox="1">
            <a:spLocks/>
          </p:cNvSpPr>
          <p:nvPr/>
        </p:nvSpPr>
        <p:spPr>
          <a:xfrm>
            <a:off x="1042978" y="2917965"/>
            <a:ext cx="7262408" cy="899026"/>
          </a:xfrm>
          <a:prstGeom prst="rect">
            <a:avLst/>
          </a:prstGeom>
        </p:spPr>
        <p:txBody>
          <a:bodyPr vert="horz" lIns="91440" tIns="45720" rIns="91440" bIns="45720" rtlCol="0">
            <a:normAutofit/>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100"/>
              </a:spcBef>
            </a:pPr>
            <a:r>
              <a:rPr lang="pl-PL" sz="1400" b="0" dirty="0"/>
              <a:t>własne repozytorium IEEE </a:t>
            </a:r>
            <a:r>
              <a:rPr lang="pl-PL" sz="1400" b="0" dirty="0" err="1"/>
              <a:t>DataPort</a:t>
            </a:r>
            <a:endParaRPr lang="pl-PL" sz="1400" b="0" dirty="0"/>
          </a:p>
          <a:p>
            <a:pPr>
              <a:lnSpc>
                <a:spcPct val="100000"/>
              </a:lnSpc>
              <a:spcBef>
                <a:spcPts val="100"/>
              </a:spcBef>
            </a:pPr>
            <a:r>
              <a:rPr lang="pl-PL" sz="1400" b="0" dirty="0" err="1"/>
              <a:t>Code</a:t>
            </a:r>
            <a:r>
              <a:rPr lang="pl-PL" sz="1400" b="0" dirty="0"/>
              <a:t> Ocean – instrukcja udostępniania kodu</a:t>
            </a:r>
          </a:p>
        </p:txBody>
      </p:sp>
    </p:spTree>
    <p:extLst>
      <p:ext uri="{BB962C8B-B14F-4D97-AF65-F5344CB8AC3E}">
        <p14:creationId xmlns:p14="http://schemas.microsoft.com/office/powerpoint/2010/main" val="4148644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001" y="4356795"/>
            <a:ext cx="313470" cy="320001"/>
          </a:xfrm>
          <a:prstGeom prst="rect">
            <a:avLst/>
          </a:prstGeom>
        </p:spPr>
      </p:pic>
      <p:sp>
        <p:nvSpPr>
          <p:cNvPr id="35" name="Symbol zastępczy tekstu 3"/>
          <p:cNvSpPr>
            <a:spLocks noGrp="1"/>
          </p:cNvSpPr>
          <p:nvPr>
            <p:ph type="body" sz="quarter" idx="10"/>
          </p:nvPr>
        </p:nvSpPr>
        <p:spPr>
          <a:xfrm>
            <a:off x="493799" y="1676884"/>
            <a:ext cx="4189412" cy="406715"/>
          </a:xfrm>
        </p:spPr>
        <p:txBody>
          <a:bodyPr/>
          <a:lstStyle/>
          <a:p>
            <a:r>
              <a:rPr lang="pl-PL" dirty="0"/>
              <a:t>AMERICAN CHEMICAL SOCIETY</a:t>
            </a:r>
          </a:p>
        </p:txBody>
      </p:sp>
      <p:pic>
        <p:nvPicPr>
          <p:cNvPr id="2" name="Obraz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6811" y="311900"/>
            <a:ext cx="1032131" cy="977084"/>
          </a:xfrm>
          <a:prstGeom prst="rect">
            <a:avLst/>
          </a:prstGeom>
        </p:spPr>
      </p:pic>
      <p:sp>
        <p:nvSpPr>
          <p:cNvPr id="9" name="Podtytuł 2"/>
          <p:cNvSpPr txBox="1">
            <a:spLocks/>
          </p:cNvSpPr>
          <p:nvPr/>
        </p:nvSpPr>
        <p:spPr>
          <a:xfrm>
            <a:off x="1042978" y="2917963"/>
            <a:ext cx="7262408" cy="1188671"/>
          </a:xfrm>
          <a:prstGeom prst="rect">
            <a:avLst/>
          </a:prstGeom>
        </p:spPr>
        <p:txBody>
          <a:bodyPr vert="horz" lIns="91440" tIns="45720" rIns="91440" bIns="45720" rtlCol="0">
            <a:normAutofit lnSpcReduction="10000"/>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100"/>
              </a:spcBef>
            </a:pPr>
            <a:r>
              <a:rPr lang="pl-PL" sz="1400" b="0" dirty="0"/>
              <a:t>4-poziomowa polityka</a:t>
            </a:r>
          </a:p>
          <a:p>
            <a:pPr>
              <a:lnSpc>
                <a:spcPct val="100000"/>
              </a:lnSpc>
              <a:spcBef>
                <a:spcPts val="100"/>
              </a:spcBef>
            </a:pPr>
            <a:r>
              <a:rPr lang="pl-PL" sz="1400" b="0" dirty="0"/>
              <a:t>ACS </a:t>
            </a:r>
            <a:r>
              <a:rPr lang="pl-PL" sz="1400" b="0" dirty="0" err="1"/>
              <a:t>Research</a:t>
            </a:r>
            <a:r>
              <a:rPr lang="pl-PL" sz="1400" b="0" dirty="0"/>
              <a:t> Data </a:t>
            </a:r>
            <a:r>
              <a:rPr lang="pl-PL" sz="1400" b="0" dirty="0" err="1"/>
              <a:t>Guidelines</a:t>
            </a:r>
            <a:r>
              <a:rPr lang="pl-PL" sz="1400" b="0" dirty="0"/>
              <a:t> – formaty</a:t>
            </a:r>
          </a:p>
          <a:p>
            <a:pPr>
              <a:lnSpc>
                <a:spcPct val="100000"/>
              </a:lnSpc>
              <a:spcBef>
                <a:spcPts val="100"/>
              </a:spcBef>
            </a:pPr>
            <a:r>
              <a:rPr lang="pl-PL" sz="1400" b="0" dirty="0"/>
              <a:t>Sugerowana licencja: CC BY</a:t>
            </a:r>
          </a:p>
          <a:p>
            <a:pPr>
              <a:lnSpc>
                <a:spcPct val="100000"/>
              </a:lnSpc>
              <a:spcBef>
                <a:spcPts val="100"/>
              </a:spcBef>
            </a:pPr>
            <a:r>
              <a:rPr lang="en-US" sz="1400" b="0" dirty="0"/>
              <a:t>Transparency and Openness Promotion (TOP) Guidelines</a:t>
            </a:r>
            <a:endParaRPr lang="pl-PL" sz="1400" b="0" dirty="0"/>
          </a:p>
          <a:p>
            <a:pPr>
              <a:lnSpc>
                <a:spcPct val="100000"/>
              </a:lnSpc>
              <a:spcBef>
                <a:spcPts val="100"/>
              </a:spcBef>
            </a:pPr>
            <a:r>
              <a:rPr lang="pl-PL" sz="1400" b="0" dirty="0"/>
              <a:t>FORCE11 Joint </a:t>
            </a:r>
            <a:r>
              <a:rPr lang="pl-PL" sz="1400" b="0" dirty="0" err="1"/>
              <a:t>Declaration</a:t>
            </a:r>
            <a:r>
              <a:rPr lang="pl-PL" sz="1400" b="0" dirty="0"/>
              <a:t> of Data </a:t>
            </a:r>
            <a:r>
              <a:rPr lang="pl-PL" sz="1400" b="0" dirty="0" err="1"/>
              <a:t>Citing</a:t>
            </a:r>
            <a:r>
              <a:rPr lang="pl-PL" sz="1400" b="0" dirty="0"/>
              <a:t> </a:t>
            </a:r>
            <a:r>
              <a:rPr lang="pl-PL" sz="1400" b="0" dirty="0" err="1"/>
              <a:t>Principles</a:t>
            </a:r>
            <a:endParaRPr lang="pl-PL" sz="1400" b="0" dirty="0"/>
          </a:p>
        </p:txBody>
      </p:sp>
      <p:pic>
        <p:nvPicPr>
          <p:cNvPr id="12" name="Obraz 11"/>
          <p:cNvPicPr>
            <a:picLocks noChangeAspect="1"/>
          </p:cNvPicPr>
          <p:nvPr/>
        </p:nvPicPr>
        <p:blipFill rotWithShape="1">
          <a:blip r:embed="rId5">
            <a:extLst>
              <a:ext uri="{28A0092B-C50C-407E-A947-70E740481C1C}">
                <a14:useLocalDpi xmlns:a14="http://schemas.microsoft.com/office/drawing/2010/main" val="0"/>
              </a:ext>
            </a:extLst>
          </a:blip>
          <a:srcRect b="71884"/>
          <a:stretch/>
        </p:blipFill>
        <p:spPr>
          <a:xfrm>
            <a:off x="0" y="1408671"/>
            <a:ext cx="9142857" cy="1290656"/>
          </a:xfrm>
          <a:prstGeom prst="rect">
            <a:avLst/>
          </a:prstGeom>
        </p:spPr>
      </p:pic>
      <p:pic>
        <p:nvPicPr>
          <p:cNvPr id="10" name="Obraz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001" y="4807619"/>
            <a:ext cx="313470" cy="320001"/>
          </a:xfrm>
          <a:prstGeom prst="rect">
            <a:avLst/>
          </a:prstGeom>
        </p:spPr>
      </p:pic>
      <p:grpSp>
        <p:nvGrpSpPr>
          <p:cNvPr id="8" name="Grupa 7"/>
          <p:cNvGrpSpPr/>
          <p:nvPr/>
        </p:nvGrpSpPr>
        <p:grpSpPr>
          <a:xfrm>
            <a:off x="1203034" y="4369019"/>
            <a:ext cx="5932589" cy="758601"/>
            <a:chOff x="1240746" y="4842084"/>
            <a:chExt cx="5932589" cy="758601"/>
          </a:xfrm>
        </p:grpSpPr>
        <p:sp>
          <p:nvSpPr>
            <p:cNvPr id="7" name="pole tekstowe 6"/>
            <p:cNvSpPr txBox="1"/>
            <p:nvPr/>
          </p:nvSpPr>
          <p:spPr>
            <a:xfrm>
              <a:off x="1240747" y="4842084"/>
              <a:ext cx="5932588" cy="307777"/>
            </a:xfrm>
            <a:prstGeom prst="rect">
              <a:avLst/>
            </a:prstGeom>
            <a:noFill/>
          </p:spPr>
          <p:txBody>
            <a:bodyPr wrap="square" rtlCol="0">
              <a:spAutoFit/>
            </a:bodyPr>
            <a:lstStyle/>
            <a:p>
              <a:r>
                <a:rPr lang="pl-PL" sz="1400" dirty="0">
                  <a:solidFill>
                    <a:srgbClr val="003767"/>
                  </a:solidFill>
                  <a:hlinkClick r:id="rId6"/>
                </a:rPr>
                <a:t>https://researcher-resources.acs.org/publish/data_policy</a:t>
              </a:r>
              <a:r>
                <a:rPr lang="pl-PL" sz="1400" dirty="0">
                  <a:solidFill>
                    <a:srgbClr val="003767"/>
                  </a:solidFill>
                </a:rPr>
                <a:t> </a:t>
              </a:r>
            </a:p>
          </p:txBody>
        </p:sp>
        <p:sp>
          <p:nvSpPr>
            <p:cNvPr id="4" name="pole tekstowe 3"/>
            <p:cNvSpPr txBox="1"/>
            <p:nvPr/>
          </p:nvSpPr>
          <p:spPr>
            <a:xfrm>
              <a:off x="1240746" y="5292908"/>
              <a:ext cx="4977645" cy="307777"/>
            </a:xfrm>
            <a:prstGeom prst="rect">
              <a:avLst/>
            </a:prstGeom>
            <a:noFill/>
          </p:spPr>
          <p:txBody>
            <a:bodyPr wrap="none" rtlCol="0">
              <a:spAutoFit/>
            </a:bodyPr>
            <a:lstStyle/>
            <a:p>
              <a:r>
                <a:rPr lang="pl-PL" sz="1400" dirty="0">
                  <a:hlinkClick r:id="rId7"/>
                </a:rPr>
                <a:t>https://researcher-resources.acs.org/publish/data_guidelines</a:t>
              </a:r>
              <a:endParaRPr lang="pl-PL" sz="1400" dirty="0"/>
            </a:p>
          </p:txBody>
        </p:sp>
      </p:grpSp>
    </p:spTree>
    <p:extLst>
      <p:ext uri="{BB962C8B-B14F-4D97-AF65-F5344CB8AC3E}">
        <p14:creationId xmlns:p14="http://schemas.microsoft.com/office/powerpoint/2010/main" val="1373815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3751614"/>
            <a:ext cx="313470" cy="320001"/>
          </a:xfrm>
          <a:prstGeom prst="rect">
            <a:avLst/>
          </a:prstGeom>
        </p:spPr>
      </p:pic>
      <p:sp>
        <p:nvSpPr>
          <p:cNvPr id="7" name="pole tekstowe 6"/>
          <p:cNvSpPr txBox="1"/>
          <p:nvPr/>
        </p:nvSpPr>
        <p:spPr>
          <a:xfrm>
            <a:off x="1143646" y="3758256"/>
            <a:ext cx="5932588" cy="954107"/>
          </a:xfrm>
          <a:prstGeom prst="rect">
            <a:avLst/>
          </a:prstGeom>
          <a:noFill/>
        </p:spPr>
        <p:txBody>
          <a:bodyPr wrap="square" rtlCol="0">
            <a:spAutoFit/>
          </a:bodyPr>
          <a:lstStyle/>
          <a:p>
            <a:r>
              <a:rPr lang="pl-PL" sz="1400" dirty="0">
                <a:solidFill>
                  <a:srgbClr val="003767"/>
                </a:solidFill>
                <a:hlinkClick r:id="rId4"/>
              </a:rPr>
              <a:t>https://publishing.aip.org/resources/researchers/open-science/research-data-policy/</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5"/>
              </a:rPr>
              <a:t>https://publishing.aip.org/resources/researchers/author-instructions/#data</a:t>
            </a:r>
            <a:r>
              <a:rPr lang="pl-PL" sz="1400" dirty="0">
                <a:solidFill>
                  <a:srgbClr val="003767"/>
                </a:solidFill>
              </a:rPr>
              <a:t> </a:t>
            </a:r>
          </a:p>
        </p:txBody>
      </p:sp>
      <p:sp>
        <p:nvSpPr>
          <p:cNvPr id="35" name="Symbol zastępczy tekstu 3"/>
          <p:cNvSpPr>
            <a:spLocks noGrp="1"/>
          </p:cNvSpPr>
          <p:nvPr>
            <p:ph type="body" sz="quarter" idx="10"/>
          </p:nvPr>
        </p:nvSpPr>
        <p:spPr>
          <a:xfrm>
            <a:off x="493799" y="1676884"/>
            <a:ext cx="4189412" cy="406715"/>
          </a:xfrm>
        </p:spPr>
        <p:txBody>
          <a:bodyPr/>
          <a:lstStyle/>
          <a:p>
            <a:r>
              <a:rPr lang="pl-PL" dirty="0"/>
              <a:t>AMERICAN INSTITUTE OF PHYSICS</a:t>
            </a:r>
          </a:p>
        </p:txBody>
      </p:sp>
      <p:pic>
        <p:nvPicPr>
          <p:cNvPr id="2" name="Obraz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01468" y="345137"/>
            <a:ext cx="1967437" cy="815022"/>
          </a:xfrm>
          <a:prstGeom prst="rect">
            <a:avLst/>
          </a:prstGeom>
        </p:spPr>
      </p:pic>
      <p:pic>
        <p:nvPicPr>
          <p:cNvPr id="8" name="Obraz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392362"/>
            <a:ext cx="313470" cy="320001"/>
          </a:xfrm>
          <a:prstGeom prst="rect">
            <a:avLst/>
          </a:prstGeom>
        </p:spPr>
      </p:pic>
      <p:pic>
        <p:nvPicPr>
          <p:cNvPr id="4" name="Obraz 3"/>
          <p:cNvPicPr>
            <a:picLocks noChangeAspect="1"/>
          </p:cNvPicPr>
          <p:nvPr/>
        </p:nvPicPr>
        <p:blipFill rotWithShape="1">
          <a:blip r:embed="rId7">
            <a:extLst>
              <a:ext uri="{28A0092B-C50C-407E-A947-70E740481C1C}">
                <a14:useLocalDpi xmlns:a14="http://schemas.microsoft.com/office/drawing/2010/main" val="0"/>
              </a:ext>
            </a:extLst>
          </a:blip>
          <a:srcRect b="71153"/>
          <a:stretch/>
        </p:blipFill>
        <p:spPr>
          <a:xfrm>
            <a:off x="1143" y="1408671"/>
            <a:ext cx="9142857" cy="1324212"/>
          </a:xfrm>
          <a:prstGeom prst="rect">
            <a:avLst/>
          </a:prstGeom>
        </p:spPr>
      </p:pic>
      <p:sp>
        <p:nvSpPr>
          <p:cNvPr id="11" name="Podtytuł 2"/>
          <p:cNvSpPr txBox="1">
            <a:spLocks/>
          </p:cNvSpPr>
          <p:nvPr/>
        </p:nvSpPr>
        <p:spPr>
          <a:xfrm>
            <a:off x="1042978" y="2917965"/>
            <a:ext cx="7262408" cy="964314"/>
          </a:xfrm>
          <a:prstGeom prst="rect">
            <a:avLst/>
          </a:prstGeom>
        </p:spPr>
        <p:txBody>
          <a:bodyPr vert="horz" lIns="91440" tIns="45720" rIns="91440" bIns="45720" rtlCol="0">
            <a:normAutofit/>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100"/>
              </a:spcBef>
            </a:pPr>
            <a:r>
              <a:rPr lang="en-US" sz="1400" b="0" dirty="0"/>
              <a:t>Declaration of Data Citation Principles</a:t>
            </a:r>
            <a:r>
              <a:rPr lang="pl-PL" sz="1400" b="0" dirty="0"/>
              <a:t> FORCE11</a:t>
            </a:r>
          </a:p>
          <a:p>
            <a:pPr>
              <a:lnSpc>
                <a:spcPct val="100000"/>
              </a:lnSpc>
              <a:spcBef>
                <a:spcPts val="100"/>
              </a:spcBef>
            </a:pPr>
            <a:r>
              <a:rPr lang="pl-PL" sz="1400" b="0" dirty="0"/>
              <a:t>instrukcje dla autora w sekcji FAQ</a:t>
            </a:r>
          </a:p>
          <a:p>
            <a:pPr>
              <a:lnSpc>
                <a:spcPct val="100000"/>
              </a:lnSpc>
              <a:spcBef>
                <a:spcPts val="100"/>
              </a:spcBef>
            </a:pPr>
            <a:endParaRPr lang="pl-PL" sz="1400" b="0" dirty="0"/>
          </a:p>
        </p:txBody>
      </p:sp>
    </p:spTree>
    <p:extLst>
      <p:ext uri="{BB962C8B-B14F-4D97-AF65-F5344CB8AC3E}">
        <p14:creationId xmlns:p14="http://schemas.microsoft.com/office/powerpoint/2010/main" val="1262069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lstStyle/>
          <a:p>
            <a:r>
              <a:rPr lang="pl-PL" dirty="0"/>
              <a:t>OXFORD UNIVERSITY PRESS</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768" y="4039122"/>
            <a:ext cx="313470" cy="320001"/>
          </a:xfrm>
          <a:prstGeom prst="rect">
            <a:avLst/>
          </a:prstGeom>
        </p:spPr>
      </p:pic>
      <p:sp>
        <p:nvSpPr>
          <p:cNvPr id="7" name="pole tekstowe 6"/>
          <p:cNvSpPr txBox="1"/>
          <p:nvPr/>
        </p:nvSpPr>
        <p:spPr>
          <a:xfrm>
            <a:off x="1192407" y="4051346"/>
            <a:ext cx="5525602" cy="307777"/>
          </a:xfrm>
          <a:prstGeom prst="rect">
            <a:avLst/>
          </a:prstGeom>
          <a:noFill/>
        </p:spPr>
        <p:txBody>
          <a:bodyPr wrap="square" rtlCol="0">
            <a:spAutoFit/>
          </a:bodyPr>
          <a:lstStyle/>
          <a:p>
            <a:r>
              <a:rPr lang="pl-PL" sz="1400" dirty="0">
                <a:solidFill>
                  <a:srgbClr val="003767"/>
                </a:solidFill>
                <a:hlinkClick r:id="rId4"/>
              </a:rPr>
              <a:t>https://academic.oup.com/pages/open-research/research-data</a:t>
            </a:r>
            <a:r>
              <a:rPr lang="pl-PL" sz="1400" dirty="0">
                <a:solidFill>
                  <a:srgbClr val="003767"/>
                </a:solidFill>
              </a:rPr>
              <a:t> </a:t>
            </a:r>
            <a:endParaRPr lang="pl-PL" sz="1200" dirty="0">
              <a:solidFill>
                <a:srgbClr val="003767"/>
              </a:solidFill>
            </a:endParaRPr>
          </a:p>
        </p:txBody>
      </p:sp>
      <p:pic>
        <p:nvPicPr>
          <p:cNvPr id="8" name="Obraz 7"/>
          <p:cNvPicPr>
            <a:picLocks noChangeAspect="1"/>
          </p:cNvPicPr>
          <p:nvPr/>
        </p:nvPicPr>
        <p:blipFill rotWithShape="1">
          <a:blip r:embed="rId5">
            <a:extLst>
              <a:ext uri="{28A0092B-C50C-407E-A947-70E740481C1C}">
                <a14:useLocalDpi xmlns:a14="http://schemas.microsoft.com/office/drawing/2010/main" val="0"/>
              </a:ext>
            </a:extLst>
          </a:blip>
          <a:srcRect l="21997" t="35216" r="22344" b="34925"/>
          <a:stretch/>
        </p:blipFill>
        <p:spPr>
          <a:xfrm>
            <a:off x="6148919" y="426397"/>
            <a:ext cx="2190023" cy="704913"/>
          </a:xfrm>
          <a:prstGeom prst="rect">
            <a:avLst/>
          </a:prstGeom>
        </p:spPr>
      </p:pic>
      <p:sp>
        <p:nvSpPr>
          <p:cNvPr id="9" name="Podtytuł 2"/>
          <p:cNvSpPr>
            <a:spLocks noGrp="1"/>
          </p:cNvSpPr>
          <p:nvPr>
            <p:ph type="subTitle" idx="1"/>
          </p:nvPr>
        </p:nvSpPr>
        <p:spPr>
          <a:xfrm>
            <a:off x="1042978" y="2917964"/>
            <a:ext cx="7262408" cy="1121157"/>
          </a:xfrm>
        </p:spPr>
        <p:txBody>
          <a:bodyPr>
            <a:normAutofit/>
          </a:bodyPr>
          <a:lstStyle/>
          <a:p>
            <a:pPr>
              <a:lnSpc>
                <a:spcPct val="100000"/>
              </a:lnSpc>
              <a:spcBef>
                <a:spcPts val="100"/>
              </a:spcBef>
            </a:pPr>
            <a:r>
              <a:rPr lang="pl-PL" sz="1400" b="0" dirty="0"/>
              <a:t>4-poziomowa polityka</a:t>
            </a:r>
          </a:p>
          <a:p>
            <a:pPr>
              <a:lnSpc>
                <a:spcPct val="100000"/>
              </a:lnSpc>
              <a:spcBef>
                <a:spcPts val="100"/>
              </a:spcBef>
            </a:pPr>
            <a:r>
              <a:rPr lang="pl-PL" sz="1400" b="0" dirty="0"/>
              <a:t>Cytowanie danych badawczych i oprogramowania</a:t>
            </a:r>
          </a:p>
          <a:p>
            <a:pPr>
              <a:lnSpc>
                <a:spcPct val="100000"/>
              </a:lnSpc>
              <a:spcBef>
                <a:spcPts val="100"/>
              </a:spcBef>
            </a:pPr>
            <a:r>
              <a:rPr lang="en-US" sz="1400" b="0" dirty="0"/>
              <a:t>Transparency and Openness Promotion (TOP) Guidelines</a:t>
            </a:r>
            <a:endParaRPr lang="pl-PL" sz="1400" b="0" dirty="0"/>
          </a:p>
          <a:p>
            <a:pPr>
              <a:lnSpc>
                <a:spcPct val="100000"/>
              </a:lnSpc>
              <a:spcBef>
                <a:spcPts val="100"/>
              </a:spcBef>
            </a:pPr>
            <a:r>
              <a:rPr lang="pl-PL" sz="1400" b="0" dirty="0"/>
              <a:t>FORCE11 Joint </a:t>
            </a:r>
            <a:r>
              <a:rPr lang="pl-PL" sz="1400" b="0" dirty="0" err="1"/>
              <a:t>Declaration</a:t>
            </a:r>
            <a:r>
              <a:rPr lang="pl-PL" sz="1400" b="0" dirty="0"/>
              <a:t> of Data </a:t>
            </a:r>
            <a:r>
              <a:rPr lang="pl-PL" sz="1400" b="0" dirty="0" err="1"/>
              <a:t>Citation</a:t>
            </a:r>
            <a:r>
              <a:rPr lang="pl-PL" sz="1400" b="0" dirty="0"/>
              <a:t> </a:t>
            </a:r>
            <a:r>
              <a:rPr lang="pl-PL" sz="1400" b="0" dirty="0" err="1"/>
              <a:t>Principles</a:t>
            </a:r>
            <a:endParaRPr lang="pl-PL" sz="1400" b="0" dirty="0"/>
          </a:p>
        </p:txBody>
      </p:sp>
      <p:pic>
        <p:nvPicPr>
          <p:cNvPr id="2" name="Obraz 1"/>
          <p:cNvPicPr>
            <a:picLocks noChangeAspect="1"/>
          </p:cNvPicPr>
          <p:nvPr/>
        </p:nvPicPr>
        <p:blipFill rotWithShape="1">
          <a:blip r:embed="rId6">
            <a:extLst>
              <a:ext uri="{28A0092B-C50C-407E-A947-70E740481C1C}">
                <a14:useLocalDpi xmlns:a14="http://schemas.microsoft.com/office/drawing/2010/main" val="0"/>
              </a:ext>
            </a:extLst>
          </a:blip>
          <a:srcRect b="72067"/>
          <a:stretch/>
        </p:blipFill>
        <p:spPr>
          <a:xfrm>
            <a:off x="0" y="1408671"/>
            <a:ext cx="9142857" cy="1282267"/>
          </a:xfrm>
          <a:prstGeom prst="rect">
            <a:avLst/>
          </a:prstGeom>
        </p:spPr>
      </p:pic>
    </p:spTree>
    <p:extLst>
      <p:ext uri="{BB962C8B-B14F-4D97-AF65-F5344CB8AC3E}">
        <p14:creationId xmlns:p14="http://schemas.microsoft.com/office/powerpoint/2010/main" val="2352405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normAutofit/>
          </a:bodyPr>
          <a:lstStyle/>
          <a:p>
            <a:r>
              <a:rPr lang="pl-PL" dirty="0"/>
              <a:t>ROYAL SOCIETY OF CHEMISTRY </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3744972"/>
            <a:ext cx="313470" cy="320001"/>
          </a:xfrm>
          <a:prstGeom prst="rect">
            <a:avLst/>
          </a:prstGeom>
        </p:spPr>
      </p:pic>
      <p:sp>
        <p:nvSpPr>
          <p:cNvPr id="7" name="pole tekstowe 6"/>
          <p:cNvSpPr txBox="1"/>
          <p:nvPr/>
        </p:nvSpPr>
        <p:spPr>
          <a:xfrm>
            <a:off x="1143645" y="3751614"/>
            <a:ext cx="6532281" cy="1169551"/>
          </a:xfrm>
          <a:prstGeom prst="rect">
            <a:avLst/>
          </a:prstGeom>
          <a:noFill/>
        </p:spPr>
        <p:txBody>
          <a:bodyPr wrap="square" rtlCol="0">
            <a:spAutoFit/>
          </a:bodyPr>
          <a:lstStyle/>
          <a:p>
            <a:r>
              <a:rPr lang="pl-PL" sz="1400" dirty="0">
                <a:solidFill>
                  <a:srgbClr val="003767"/>
                </a:solidFill>
                <a:hlinkClick r:id="rId4"/>
              </a:rPr>
              <a:t>https://www.rsc.org/journals-books-databases/author-and-reviewer-hub/authors-information/prepare-and-format/data-sharing/</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5"/>
              </a:rPr>
              <a:t>https://www.rsc.org/journals-books-databases/author-and-reviewer-hub/authors-information/prepare-and-format/experimental-reporting-requirements/</a:t>
            </a:r>
            <a:r>
              <a:rPr lang="pl-PL" sz="1400" dirty="0">
                <a:solidFill>
                  <a:srgbClr val="003767"/>
                </a:solidFill>
              </a:rPr>
              <a:t> </a:t>
            </a:r>
          </a:p>
        </p:txBody>
      </p:sp>
      <p:pic>
        <p:nvPicPr>
          <p:cNvPr id="9" name="Obraz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392182"/>
            <a:ext cx="313470" cy="320001"/>
          </a:xfrm>
          <a:prstGeom prst="rect">
            <a:avLst/>
          </a:prstGeom>
        </p:spPr>
      </p:pic>
      <p:pic>
        <p:nvPicPr>
          <p:cNvPr id="2" name="Obraz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4650" y="392841"/>
            <a:ext cx="2544292" cy="723036"/>
          </a:xfrm>
          <a:prstGeom prst="rect">
            <a:avLst/>
          </a:prstGeom>
        </p:spPr>
      </p:pic>
      <p:pic>
        <p:nvPicPr>
          <p:cNvPr id="8" name="Obraz 7"/>
          <p:cNvPicPr>
            <a:picLocks noChangeAspect="1"/>
          </p:cNvPicPr>
          <p:nvPr/>
        </p:nvPicPr>
        <p:blipFill rotWithShape="1">
          <a:blip r:embed="rId7">
            <a:extLst>
              <a:ext uri="{28A0092B-C50C-407E-A947-70E740481C1C}">
                <a14:useLocalDpi xmlns:a14="http://schemas.microsoft.com/office/drawing/2010/main" val="0"/>
              </a:ext>
            </a:extLst>
          </a:blip>
          <a:srcRect b="71519"/>
          <a:stretch/>
        </p:blipFill>
        <p:spPr>
          <a:xfrm>
            <a:off x="0" y="1405149"/>
            <a:ext cx="9142857" cy="1307434"/>
          </a:xfrm>
          <a:prstGeom prst="rect">
            <a:avLst/>
          </a:prstGeom>
        </p:spPr>
      </p:pic>
      <p:sp>
        <p:nvSpPr>
          <p:cNvPr id="11" name="Podtytuł 2"/>
          <p:cNvSpPr txBox="1">
            <a:spLocks/>
          </p:cNvSpPr>
          <p:nvPr/>
        </p:nvSpPr>
        <p:spPr>
          <a:xfrm>
            <a:off x="1042978" y="2917965"/>
            <a:ext cx="7262408" cy="1217807"/>
          </a:xfrm>
          <a:prstGeom prst="rect">
            <a:avLst/>
          </a:prstGeom>
        </p:spPr>
        <p:txBody>
          <a:bodyPr vert="horz" lIns="91440" tIns="45720" rIns="91440" bIns="45720" rtlCol="0">
            <a:normAutofit/>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100"/>
              </a:spcBef>
            </a:pPr>
            <a:r>
              <a:rPr lang="pl-PL" sz="1400" b="0" dirty="0"/>
              <a:t>rozbudowane informacje dotyczące wyboru repozytorium</a:t>
            </a:r>
          </a:p>
          <a:p>
            <a:pPr>
              <a:lnSpc>
                <a:spcPct val="100000"/>
              </a:lnSpc>
              <a:spcBef>
                <a:spcPts val="100"/>
              </a:spcBef>
            </a:pPr>
            <a:r>
              <a:rPr lang="pl-PL" sz="1400" b="0" dirty="0"/>
              <a:t>wytyczne w formie tabeli z uwzględnieniem określonych typów danych badawczych (informacja o formacie) </a:t>
            </a:r>
          </a:p>
        </p:txBody>
      </p:sp>
    </p:spTree>
    <p:extLst>
      <p:ext uri="{BB962C8B-B14F-4D97-AF65-F5344CB8AC3E}">
        <p14:creationId xmlns:p14="http://schemas.microsoft.com/office/powerpoint/2010/main" val="3933913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normAutofit/>
          </a:bodyPr>
          <a:lstStyle/>
          <a:p>
            <a:r>
              <a:rPr lang="pl-PL" dirty="0"/>
              <a:t>SAGE</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275" y="5117171"/>
            <a:ext cx="313470" cy="320001"/>
          </a:xfrm>
          <a:prstGeom prst="rect">
            <a:avLst/>
          </a:prstGeom>
        </p:spPr>
      </p:pic>
      <p:sp>
        <p:nvSpPr>
          <p:cNvPr id="7" name="pole tekstowe 6"/>
          <p:cNvSpPr txBox="1"/>
          <p:nvPr/>
        </p:nvSpPr>
        <p:spPr>
          <a:xfrm>
            <a:off x="1046745" y="5123282"/>
            <a:ext cx="5525602" cy="307777"/>
          </a:xfrm>
          <a:prstGeom prst="rect">
            <a:avLst/>
          </a:prstGeom>
          <a:noFill/>
        </p:spPr>
        <p:txBody>
          <a:bodyPr wrap="square" rtlCol="0">
            <a:spAutoFit/>
          </a:bodyPr>
          <a:lstStyle/>
          <a:p>
            <a:r>
              <a:rPr lang="pl-PL" sz="1400" dirty="0">
                <a:solidFill>
                  <a:srgbClr val="003767"/>
                </a:solidFill>
                <a:hlinkClick r:id="rId4"/>
              </a:rPr>
              <a:t>https://uk.sagepub.com/en-gb/eur/research-data-sharing-policies</a:t>
            </a:r>
            <a:r>
              <a:rPr lang="pl-PL" sz="1400" dirty="0">
                <a:solidFill>
                  <a:srgbClr val="003767"/>
                </a:solidFill>
              </a:rPr>
              <a:t> </a:t>
            </a:r>
          </a:p>
        </p:txBody>
      </p:sp>
      <p:pic>
        <p:nvPicPr>
          <p:cNvPr id="2" name="Obraz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1638" y="426878"/>
            <a:ext cx="2019248" cy="688858"/>
          </a:xfrm>
          <a:prstGeom prst="rect">
            <a:avLst/>
          </a:prstGeom>
        </p:spPr>
      </p:pic>
      <p:sp>
        <p:nvSpPr>
          <p:cNvPr id="8" name="Podtytuł 2"/>
          <p:cNvSpPr>
            <a:spLocks noGrp="1"/>
          </p:cNvSpPr>
          <p:nvPr>
            <p:ph type="subTitle" idx="1"/>
          </p:nvPr>
        </p:nvSpPr>
        <p:spPr>
          <a:xfrm>
            <a:off x="1058940" y="2893471"/>
            <a:ext cx="7262408" cy="2223700"/>
          </a:xfrm>
        </p:spPr>
        <p:txBody>
          <a:bodyPr>
            <a:normAutofit/>
          </a:bodyPr>
          <a:lstStyle/>
          <a:p>
            <a:pPr>
              <a:lnSpc>
                <a:spcPct val="100000"/>
              </a:lnSpc>
              <a:spcBef>
                <a:spcPts val="100"/>
              </a:spcBef>
            </a:pPr>
            <a:r>
              <a:rPr lang="pl-PL" sz="1400" b="0" dirty="0"/>
              <a:t>3 możliwe opcje</a:t>
            </a:r>
          </a:p>
          <a:p>
            <a:pPr>
              <a:lnSpc>
                <a:spcPct val="100000"/>
              </a:lnSpc>
              <a:spcBef>
                <a:spcPts val="100"/>
              </a:spcBef>
            </a:pPr>
            <a:r>
              <a:rPr lang="pl-PL" sz="1400" b="0" dirty="0"/>
              <a:t>większość informacji zawarto w formie FAQ</a:t>
            </a:r>
          </a:p>
          <a:p>
            <a:pPr>
              <a:lnSpc>
                <a:spcPct val="100000"/>
              </a:lnSpc>
              <a:spcBef>
                <a:spcPts val="100"/>
              </a:spcBef>
            </a:pPr>
            <a:r>
              <a:rPr lang="pl-PL" sz="1400" b="0" dirty="0"/>
              <a:t>kwestia danych wrażliwych</a:t>
            </a:r>
          </a:p>
          <a:p>
            <a:pPr>
              <a:lnSpc>
                <a:spcPct val="100000"/>
              </a:lnSpc>
              <a:spcBef>
                <a:spcPts val="100"/>
              </a:spcBef>
            </a:pPr>
            <a:r>
              <a:rPr lang="pl-PL" sz="1400" b="0" dirty="0"/>
              <a:t>repozytoria – współpraca z </a:t>
            </a:r>
            <a:r>
              <a:rPr lang="pl-PL" sz="1400" b="0" dirty="0" err="1"/>
              <a:t>Figshare</a:t>
            </a:r>
            <a:r>
              <a:rPr lang="pl-PL" sz="1400" b="0" dirty="0"/>
              <a:t> (część czasopism może automatycznie deponować dane do repozytorium)</a:t>
            </a:r>
          </a:p>
          <a:p>
            <a:pPr>
              <a:lnSpc>
                <a:spcPct val="100000"/>
              </a:lnSpc>
              <a:spcBef>
                <a:spcPts val="100"/>
              </a:spcBef>
            </a:pPr>
            <a:r>
              <a:rPr lang="pl-PL" sz="1400" b="0" dirty="0"/>
              <a:t>akceptowane formaty plików</a:t>
            </a:r>
          </a:p>
          <a:p>
            <a:pPr>
              <a:lnSpc>
                <a:spcPct val="100000"/>
              </a:lnSpc>
              <a:spcBef>
                <a:spcPts val="100"/>
              </a:spcBef>
            </a:pPr>
            <a:r>
              <a:rPr lang="pl-PL" sz="1400" b="0" dirty="0" err="1"/>
              <a:t>anonimizacja</a:t>
            </a:r>
            <a:r>
              <a:rPr lang="pl-PL" sz="1400" b="0" dirty="0"/>
              <a:t> danych w przypadku podwójnie ślepej recenzji</a:t>
            </a:r>
          </a:p>
          <a:p>
            <a:pPr>
              <a:lnSpc>
                <a:spcPct val="100000"/>
              </a:lnSpc>
              <a:spcBef>
                <a:spcPts val="100"/>
              </a:spcBef>
            </a:pPr>
            <a:r>
              <a:rPr lang="en-US" sz="1400" b="0" dirty="0"/>
              <a:t>Transparency and Openness Promotion (TOP) Guidelines</a:t>
            </a:r>
            <a:endParaRPr lang="pl-PL" sz="1400" b="0" dirty="0"/>
          </a:p>
          <a:p>
            <a:pPr>
              <a:lnSpc>
                <a:spcPct val="100000"/>
              </a:lnSpc>
              <a:spcBef>
                <a:spcPts val="100"/>
              </a:spcBef>
            </a:pPr>
            <a:r>
              <a:rPr lang="pl-PL" sz="1400" b="0" dirty="0"/>
              <a:t>FORCE11 Joint </a:t>
            </a:r>
            <a:r>
              <a:rPr lang="pl-PL" sz="1400" b="0" dirty="0" err="1"/>
              <a:t>Declaration</a:t>
            </a:r>
            <a:r>
              <a:rPr lang="pl-PL" sz="1400" b="0" dirty="0"/>
              <a:t> of Data </a:t>
            </a:r>
            <a:r>
              <a:rPr lang="pl-PL" sz="1400" b="0" dirty="0" err="1"/>
              <a:t>Citation</a:t>
            </a:r>
            <a:r>
              <a:rPr lang="pl-PL" sz="1400" b="0" dirty="0"/>
              <a:t> </a:t>
            </a:r>
            <a:r>
              <a:rPr lang="pl-PL" sz="1400" b="0" dirty="0" err="1"/>
              <a:t>Principles</a:t>
            </a:r>
            <a:endParaRPr lang="pl-PL" sz="1400" b="0" dirty="0"/>
          </a:p>
        </p:txBody>
      </p:sp>
      <p:pic>
        <p:nvPicPr>
          <p:cNvPr id="12" name="Obraz 11"/>
          <p:cNvPicPr>
            <a:picLocks noChangeAspect="1"/>
          </p:cNvPicPr>
          <p:nvPr/>
        </p:nvPicPr>
        <p:blipFill rotWithShape="1">
          <a:blip r:embed="rId6">
            <a:extLst>
              <a:ext uri="{28A0092B-C50C-407E-A947-70E740481C1C}">
                <a14:useLocalDpi xmlns:a14="http://schemas.microsoft.com/office/drawing/2010/main" val="0"/>
              </a:ext>
            </a:extLst>
          </a:blip>
          <a:srcRect b="71884"/>
          <a:stretch/>
        </p:blipFill>
        <p:spPr>
          <a:xfrm>
            <a:off x="571" y="1403015"/>
            <a:ext cx="9142857" cy="1290656"/>
          </a:xfrm>
          <a:prstGeom prst="rect">
            <a:avLst/>
          </a:prstGeom>
        </p:spPr>
      </p:pic>
    </p:spTree>
    <p:extLst>
      <p:ext uri="{BB962C8B-B14F-4D97-AF65-F5344CB8AC3E}">
        <p14:creationId xmlns:p14="http://schemas.microsoft.com/office/powerpoint/2010/main" val="2426759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sp>
        <p:nvSpPr>
          <p:cNvPr id="3" name="Prostokąt 2"/>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a:xfrm>
            <a:off x="493799" y="1676884"/>
            <a:ext cx="4189412" cy="406715"/>
          </a:xfrm>
        </p:spPr>
        <p:txBody>
          <a:bodyPr>
            <a:normAutofit/>
          </a:bodyPr>
          <a:lstStyle/>
          <a:p>
            <a:r>
              <a:rPr lang="pl-PL" dirty="0"/>
              <a:t>IOP PUBLISHING </a:t>
            </a:r>
          </a:p>
        </p:txBody>
      </p:sp>
      <p:pic>
        <p:nvPicPr>
          <p:cNvPr id="6" name="Obraz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3843893"/>
            <a:ext cx="313470" cy="320001"/>
          </a:xfrm>
          <a:prstGeom prst="rect">
            <a:avLst/>
          </a:prstGeom>
        </p:spPr>
      </p:pic>
      <p:sp>
        <p:nvSpPr>
          <p:cNvPr id="7" name="pole tekstowe 6"/>
          <p:cNvSpPr txBox="1"/>
          <p:nvPr/>
        </p:nvSpPr>
        <p:spPr>
          <a:xfrm>
            <a:off x="1143646" y="3850535"/>
            <a:ext cx="5525602" cy="1600438"/>
          </a:xfrm>
          <a:prstGeom prst="rect">
            <a:avLst/>
          </a:prstGeom>
          <a:noFill/>
        </p:spPr>
        <p:txBody>
          <a:bodyPr wrap="square" rtlCol="0">
            <a:spAutoFit/>
          </a:bodyPr>
          <a:lstStyle/>
          <a:p>
            <a:r>
              <a:rPr lang="pl-PL" sz="1400" dirty="0">
                <a:solidFill>
                  <a:srgbClr val="003767"/>
                </a:solidFill>
                <a:hlinkClick r:id="rId4"/>
              </a:rPr>
              <a:t>https://publishingsupport.iopscience.iop.org/questions/research-data/</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5"/>
              </a:rPr>
              <a:t>https://publishingsupport.iopscience.iop.org/publishing-support/authors/authoring-for-journals/writing-journal-article/</a:t>
            </a:r>
            <a:r>
              <a:rPr lang="pl-PL" sz="1400" dirty="0">
                <a:solidFill>
                  <a:srgbClr val="003767"/>
                </a:solidFill>
              </a:rPr>
              <a:t> </a:t>
            </a:r>
          </a:p>
          <a:p>
            <a:endParaRPr lang="pl-PL" sz="1400" dirty="0">
              <a:solidFill>
                <a:srgbClr val="003767"/>
              </a:solidFill>
            </a:endParaRPr>
          </a:p>
          <a:p>
            <a:r>
              <a:rPr lang="pl-PL" sz="1400" dirty="0">
                <a:solidFill>
                  <a:srgbClr val="003767"/>
                </a:solidFill>
                <a:hlinkClick r:id="rId6"/>
              </a:rPr>
              <a:t>https://publishingsupport.iopscience.iop.org/submission-checklist/</a:t>
            </a:r>
            <a:r>
              <a:rPr lang="pl-PL" sz="1400" dirty="0">
                <a:solidFill>
                  <a:srgbClr val="003767"/>
                </a:solidFill>
              </a:rPr>
              <a:t> </a:t>
            </a:r>
          </a:p>
        </p:txBody>
      </p:sp>
      <p:pic>
        <p:nvPicPr>
          <p:cNvPr id="9" name="Obraz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4491103"/>
            <a:ext cx="313470" cy="320001"/>
          </a:xfrm>
          <a:prstGeom prst="rect">
            <a:avLst/>
          </a:prstGeom>
        </p:spPr>
      </p:pic>
      <p:pic>
        <p:nvPicPr>
          <p:cNvPr id="10" name="Obraz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59" y="5137084"/>
            <a:ext cx="313470" cy="320001"/>
          </a:xfrm>
          <a:prstGeom prst="rect">
            <a:avLst/>
          </a:prstGeom>
        </p:spPr>
      </p:pic>
      <p:pic>
        <p:nvPicPr>
          <p:cNvPr id="12" name="Obraz 11"/>
          <p:cNvPicPr>
            <a:picLocks noChangeAspect="1"/>
          </p:cNvPicPr>
          <p:nvPr/>
        </p:nvPicPr>
        <p:blipFill rotWithShape="1">
          <a:blip r:embed="rId7" cstate="print">
            <a:extLst>
              <a:ext uri="{28A0092B-C50C-407E-A947-70E740481C1C}">
                <a14:useLocalDpi xmlns:a14="http://schemas.microsoft.com/office/drawing/2010/main" val="0"/>
              </a:ext>
            </a:extLst>
          </a:blip>
          <a:srcRect l="11037" t="37713" r="11134" b="37626"/>
          <a:stretch/>
        </p:blipFill>
        <p:spPr>
          <a:xfrm>
            <a:off x="5396328" y="583845"/>
            <a:ext cx="2942614" cy="506723"/>
          </a:xfrm>
          <a:prstGeom prst="rect">
            <a:avLst/>
          </a:prstGeom>
        </p:spPr>
      </p:pic>
      <p:pic>
        <p:nvPicPr>
          <p:cNvPr id="8" name="Obraz 7"/>
          <p:cNvPicPr>
            <a:picLocks noChangeAspect="1"/>
          </p:cNvPicPr>
          <p:nvPr/>
        </p:nvPicPr>
        <p:blipFill rotWithShape="1">
          <a:blip r:embed="rId8">
            <a:extLst>
              <a:ext uri="{28A0092B-C50C-407E-A947-70E740481C1C}">
                <a14:useLocalDpi xmlns:a14="http://schemas.microsoft.com/office/drawing/2010/main" val="0"/>
              </a:ext>
            </a:extLst>
          </a:blip>
          <a:srcRect b="71519"/>
          <a:stretch/>
        </p:blipFill>
        <p:spPr>
          <a:xfrm>
            <a:off x="0" y="1408671"/>
            <a:ext cx="9142857" cy="1307434"/>
          </a:xfrm>
          <a:prstGeom prst="rect">
            <a:avLst/>
          </a:prstGeom>
        </p:spPr>
      </p:pic>
      <p:sp>
        <p:nvSpPr>
          <p:cNvPr id="14" name="Podtytuł 2"/>
          <p:cNvSpPr txBox="1">
            <a:spLocks/>
          </p:cNvSpPr>
          <p:nvPr/>
        </p:nvSpPr>
        <p:spPr>
          <a:xfrm>
            <a:off x="1042978" y="2917965"/>
            <a:ext cx="7262408" cy="981092"/>
          </a:xfrm>
          <a:prstGeom prst="rect">
            <a:avLst/>
          </a:prstGeom>
        </p:spPr>
        <p:txBody>
          <a:bodyPr vert="horz" lIns="91440" tIns="45720" rIns="91440" bIns="45720" rtlCol="0">
            <a:normAutofit/>
          </a:bodyPr>
          <a:lstStyle>
            <a:lvl1pPr marL="285750" indent="-285750" algn="l" defTabSz="685800" rtl="0" eaLnBrk="1" latinLnBrk="0" hangingPunct="1">
              <a:lnSpc>
                <a:spcPct val="90000"/>
              </a:lnSpc>
              <a:spcBef>
                <a:spcPts val="750"/>
              </a:spcBef>
              <a:buClr>
                <a:srgbClr val="E31B23"/>
              </a:buClr>
              <a:buFont typeface="Wingdings" panose="05000000000000000000" pitchFamily="2" charset="2"/>
              <a:buChar char="§"/>
              <a:defRPr sz="1600" b="1" kern="1200" baseline="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100"/>
              </a:spcBef>
            </a:pPr>
            <a:r>
              <a:rPr lang="pl-PL" sz="1400" b="0" dirty="0"/>
              <a:t>2-poziomowa polityka</a:t>
            </a:r>
          </a:p>
          <a:p>
            <a:pPr>
              <a:lnSpc>
                <a:spcPct val="100000"/>
              </a:lnSpc>
              <a:spcBef>
                <a:spcPts val="100"/>
              </a:spcBef>
            </a:pPr>
            <a:r>
              <a:rPr lang="pl-PL" sz="1400" b="0" dirty="0"/>
              <a:t>dopuszczalne embargo</a:t>
            </a:r>
          </a:p>
          <a:p>
            <a:pPr>
              <a:lnSpc>
                <a:spcPct val="100000"/>
              </a:lnSpc>
              <a:spcBef>
                <a:spcPts val="100"/>
              </a:spcBef>
            </a:pPr>
            <a:r>
              <a:rPr lang="pl-PL" sz="1400" b="0" dirty="0"/>
              <a:t>formularz </a:t>
            </a:r>
            <a:r>
              <a:rPr lang="pl-PL" sz="1400" b="0" dirty="0" err="1"/>
              <a:t>Submission</a:t>
            </a:r>
            <a:r>
              <a:rPr lang="pl-PL" sz="1400" b="0" dirty="0"/>
              <a:t> </a:t>
            </a:r>
            <a:r>
              <a:rPr lang="pl-PL" sz="1400" b="0" dirty="0" err="1"/>
              <a:t>Checklist</a:t>
            </a:r>
            <a:r>
              <a:rPr lang="pl-PL" sz="1400" b="0" dirty="0"/>
              <a:t> i „</a:t>
            </a:r>
            <a:r>
              <a:rPr lang="en-US" sz="1400" b="0" dirty="0"/>
              <a:t>Guides for early career researchers</a:t>
            </a:r>
            <a:r>
              <a:rPr lang="pl-PL" sz="1400" b="0" dirty="0"/>
              <a:t>” </a:t>
            </a:r>
          </a:p>
        </p:txBody>
      </p:sp>
    </p:spTree>
    <p:extLst>
      <p:ext uri="{BB962C8B-B14F-4D97-AF65-F5344CB8AC3E}">
        <p14:creationId xmlns:p14="http://schemas.microsoft.com/office/powerpoint/2010/main" val="1061571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p:txBody>
          <a:bodyPr/>
          <a:lstStyle/>
          <a:p>
            <a:endParaRPr lang="pl-PL"/>
          </a:p>
        </p:txBody>
      </p:sp>
      <p:sp>
        <p:nvSpPr>
          <p:cNvPr id="6" name="Prostokąt 5"/>
          <p:cNvSpPr/>
          <p:nvPr/>
        </p:nvSpPr>
        <p:spPr>
          <a:xfrm>
            <a:off x="0" y="1408671"/>
            <a:ext cx="9144000" cy="8526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noFill/>
            </a:endParaRPr>
          </a:p>
        </p:txBody>
      </p:sp>
      <p:sp>
        <p:nvSpPr>
          <p:cNvPr id="4" name="Symbol zastępczy tekstu 3"/>
          <p:cNvSpPr>
            <a:spLocks noGrp="1"/>
          </p:cNvSpPr>
          <p:nvPr>
            <p:ph type="body" sz="quarter" idx="10"/>
          </p:nvPr>
        </p:nvSpPr>
        <p:spPr/>
        <p:txBody>
          <a:bodyPr/>
          <a:lstStyle/>
          <a:p>
            <a:r>
              <a:rPr lang="pl-PL" dirty="0"/>
              <a:t>Podsumowanie</a:t>
            </a:r>
          </a:p>
        </p:txBody>
      </p:sp>
      <p:pic>
        <p:nvPicPr>
          <p:cNvPr id="5" name="Obraz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853" y="515135"/>
            <a:ext cx="1026476" cy="538306"/>
          </a:xfrm>
          <a:prstGeom prst="rect">
            <a:avLst/>
          </a:prstGeom>
        </p:spPr>
      </p:pic>
      <p:pic>
        <p:nvPicPr>
          <p:cNvPr id="7" name="Obraz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 y="2267524"/>
            <a:ext cx="9142857" cy="4590476"/>
          </a:xfrm>
          <a:prstGeom prst="rect">
            <a:avLst/>
          </a:prstGeom>
        </p:spPr>
      </p:pic>
    </p:spTree>
    <p:extLst>
      <p:ext uri="{BB962C8B-B14F-4D97-AF65-F5344CB8AC3E}">
        <p14:creationId xmlns:p14="http://schemas.microsoft.com/office/powerpoint/2010/main" val="2999216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16509"/>
      </p:ext>
    </p:extLst>
  </p:cSld>
  <p:clrMapOvr>
    <a:masterClrMapping/>
  </p:clrMapOvr>
</p:sld>
</file>

<file path=ppt/theme/theme1.xml><?xml version="1.0" encoding="utf-8"?>
<a:theme xmlns:a="http://schemas.openxmlformats.org/drawingml/2006/main" name="PG">
  <a:themeElements>
    <a:clrScheme name="PG">
      <a:dk1>
        <a:srgbClr val="003767"/>
      </a:dk1>
      <a:lt1>
        <a:sysClr val="window" lastClr="FFFFFF"/>
      </a:lt1>
      <a:dk2>
        <a:srgbClr val="44546A"/>
      </a:dk2>
      <a:lt2>
        <a:srgbClr val="E7E6E6"/>
      </a:lt2>
      <a:accent1>
        <a:srgbClr val="E31B23"/>
      </a:accent1>
      <a:accent2>
        <a:srgbClr val="003767"/>
      </a:accent2>
      <a:accent3>
        <a:srgbClr val="B9DEFF"/>
      </a:accent3>
      <a:accent4>
        <a:srgbClr val="737577"/>
      </a:accent4>
      <a:accent5>
        <a:srgbClr val="4472C4"/>
      </a:accent5>
      <a:accent6>
        <a:srgbClr val="70AD47"/>
      </a:accent6>
      <a:hlink>
        <a:srgbClr val="0563C1"/>
      </a:hlink>
      <a:folHlink>
        <a:srgbClr val="954F72"/>
      </a:folHlink>
    </a:clrScheme>
    <a:fontScheme name="Niestandardowy 2">
      <a:majorFont>
        <a:latin typeface="SanukPro-Medium"/>
        <a:ea typeface=""/>
        <a:cs typeface=""/>
      </a:majorFont>
      <a:minorFont>
        <a:latin typeface="SanukPro-Light"/>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zentacja3" id="{D0BDE39D-86B0-4351-98C7-2F0027CEB9D1}" vid="{8DEA3497-1FC6-4C77-8314-304DE8BC6512}"/>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Szablon</Template>
  <TotalTime>4160</TotalTime>
  <Words>1275</Words>
  <Application>Microsoft Office PowerPoint</Application>
  <PresentationFormat>Pokaz na ekranie (4:3)</PresentationFormat>
  <Paragraphs>150</Paragraphs>
  <Slides>20</Slides>
  <Notes>0</Notes>
  <HiddenSlides>0</HiddenSlides>
  <MMClips>0</MMClips>
  <ScaleCrop>false</ScaleCrop>
  <HeadingPairs>
    <vt:vector size="8" baseType="variant">
      <vt:variant>
        <vt:lpstr>Używane czcionki</vt:lpstr>
      </vt:variant>
      <vt:variant>
        <vt:i4>6</vt:i4>
      </vt:variant>
      <vt:variant>
        <vt:lpstr>Motyw</vt:lpstr>
      </vt:variant>
      <vt:variant>
        <vt:i4>1</vt:i4>
      </vt:variant>
      <vt:variant>
        <vt:lpstr>Osadzone serwery OLE</vt:lpstr>
      </vt:variant>
      <vt:variant>
        <vt:i4>1</vt:i4>
      </vt:variant>
      <vt:variant>
        <vt:lpstr>Tytuły slajdów</vt:lpstr>
      </vt:variant>
      <vt:variant>
        <vt:i4>20</vt:i4>
      </vt:variant>
    </vt:vector>
  </HeadingPairs>
  <TitlesOfParts>
    <vt:vector size="28" baseType="lpstr">
      <vt:lpstr>Arial</vt:lpstr>
      <vt:lpstr>Arial Black</vt:lpstr>
      <vt:lpstr>Calibri</vt:lpstr>
      <vt:lpstr>SanukPro-Light</vt:lpstr>
      <vt:lpstr>SanukPro-Medium</vt:lpstr>
      <vt:lpstr>Wingdings</vt:lpstr>
      <vt:lpstr>PG</vt:lpstr>
      <vt:lpstr>Arkusz</vt:lpstr>
      <vt:lpstr>Polityka dotycząca danych badawczych u zagranicznych wydawców czasopism naukowych</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Ewa</dc:creator>
  <cp:lastModifiedBy>Rafał Narwojsz</cp:lastModifiedBy>
  <cp:revision>245</cp:revision>
  <dcterms:created xsi:type="dcterms:W3CDTF">2017-05-26T10:51:07Z</dcterms:created>
  <dcterms:modified xsi:type="dcterms:W3CDTF">2025-05-06T06:31:17Z</dcterms:modified>
</cp:coreProperties>
</file>